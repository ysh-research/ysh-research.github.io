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9"/>
  </p:notesMasterIdLst>
  <p:handoutMasterIdLst>
    <p:handoutMasterId r:id="rId10"/>
  </p:handoutMasterIdLst>
  <p:sldIdLst>
    <p:sldId id="256" r:id="rId2"/>
    <p:sldId id="308" r:id="rId3"/>
    <p:sldId id="286" r:id="rId4"/>
    <p:sldId id="309" r:id="rId5"/>
    <p:sldId id="287" r:id="rId6"/>
    <p:sldId id="310" r:id="rId7"/>
    <p:sldId id="28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섹션" id="{C6BA5B10-B07B-4591-8EB3-5A0A65AE9893}">
          <p14:sldIdLst>
            <p14:sldId id="256"/>
            <p14:sldId id="308"/>
            <p14:sldId id="286"/>
            <p14:sldId id="309"/>
            <p14:sldId id="287"/>
            <p14:sldId id="310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0B99DB-80DB-48EE-9A98-AAB8F418BD86}" v="509" dt="2026-02-26T04:12:07.2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4" d="100"/>
          <a:sy n="184" d="100"/>
        </p:scale>
        <p:origin x="18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Han Yoon" userId="ac04559c1d2074fa" providerId="LiveId" clId="{FE2B070D-6817-4B2A-9E60-5417F27DE5FC}"/>
    <pc:docChg chg="undo custSel delSld modSld modSection">
      <pc:chgData name="SuHan Yoon" userId="ac04559c1d2074fa" providerId="LiveId" clId="{FE2B070D-6817-4B2A-9E60-5417F27DE5FC}" dt="2026-02-26T16:16:11.503" v="477" actId="207"/>
      <pc:docMkLst>
        <pc:docMk/>
      </pc:docMkLst>
      <pc:sldChg chg="modSp mod">
        <pc:chgData name="SuHan Yoon" userId="ac04559c1d2074fa" providerId="LiveId" clId="{FE2B070D-6817-4B2A-9E60-5417F27DE5FC}" dt="2026-02-26T16:03:19.844" v="393" actId="6549"/>
        <pc:sldMkLst>
          <pc:docMk/>
          <pc:sldMk cId="3490631658" sldId="286"/>
        </pc:sldMkLst>
        <pc:spChg chg="mod">
          <ac:chgData name="SuHan Yoon" userId="ac04559c1d2074fa" providerId="LiveId" clId="{FE2B070D-6817-4B2A-9E60-5417F27DE5FC}" dt="2026-02-26T16:02:59.835" v="392" actId="20577"/>
          <ac:spMkLst>
            <pc:docMk/>
            <pc:sldMk cId="3490631658" sldId="286"/>
            <ac:spMk id="8" creationId="{52429775-096F-E21E-2B20-B2590F53815F}"/>
          </ac:spMkLst>
        </pc:spChg>
        <pc:spChg chg="mod">
          <ac:chgData name="SuHan Yoon" userId="ac04559c1d2074fa" providerId="LiveId" clId="{FE2B070D-6817-4B2A-9E60-5417F27DE5FC}" dt="2026-02-26T16:03:19.844" v="393" actId="6549"/>
          <ac:spMkLst>
            <pc:docMk/>
            <pc:sldMk cId="3490631658" sldId="286"/>
            <ac:spMk id="13" creationId="{10DA386E-5FAE-046C-1E51-755A57B4699B}"/>
          </ac:spMkLst>
        </pc:spChg>
      </pc:sldChg>
      <pc:sldChg chg="modSp mod">
        <pc:chgData name="SuHan Yoon" userId="ac04559c1d2074fa" providerId="LiveId" clId="{FE2B070D-6817-4B2A-9E60-5417F27DE5FC}" dt="2026-02-26T16:11:19.504" v="425" actId="14100"/>
        <pc:sldMkLst>
          <pc:docMk/>
          <pc:sldMk cId="1514781967" sldId="287"/>
        </pc:sldMkLst>
        <pc:spChg chg="mod">
          <ac:chgData name="SuHan Yoon" userId="ac04559c1d2074fa" providerId="LiveId" clId="{FE2B070D-6817-4B2A-9E60-5417F27DE5FC}" dt="2026-02-26T16:10:02.079" v="414"/>
          <ac:spMkLst>
            <pc:docMk/>
            <pc:sldMk cId="1514781967" sldId="287"/>
            <ac:spMk id="7" creationId="{10175690-918B-926B-76F2-BD378356528B}"/>
          </ac:spMkLst>
        </pc:spChg>
        <pc:spChg chg="mod">
          <ac:chgData name="SuHan Yoon" userId="ac04559c1d2074fa" providerId="LiveId" clId="{FE2B070D-6817-4B2A-9E60-5417F27DE5FC}" dt="2026-02-26T16:11:19.504" v="425" actId="14100"/>
          <ac:spMkLst>
            <pc:docMk/>
            <pc:sldMk cId="1514781967" sldId="287"/>
            <ac:spMk id="8" creationId="{39985C36-8F25-8382-3CB9-D9D9619F964C}"/>
          </ac:spMkLst>
        </pc:spChg>
        <pc:picChg chg="mod">
          <ac:chgData name="SuHan Yoon" userId="ac04559c1d2074fa" providerId="LiveId" clId="{FE2B070D-6817-4B2A-9E60-5417F27DE5FC}" dt="2026-02-26T16:11:12.055" v="424" actId="1076"/>
          <ac:picMkLst>
            <pc:docMk/>
            <pc:sldMk cId="1514781967" sldId="287"/>
            <ac:picMk id="12" creationId="{F8A720DC-0D30-2DA6-D079-9F7572963227}"/>
          </ac:picMkLst>
        </pc:picChg>
      </pc:sldChg>
      <pc:sldChg chg="addSp modSp mod">
        <pc:chgData name="SuHan Yoon" userId="ac04559c1d2074fa" providerId="LiveId" clId="{FE2B070D-6817-4B2A-9E60-5417F27DE5FC}" dt="2026-02-26T15:54:44.930" v="338" actId="20577"/>
        <pc:sldMkLst>
          <pc:docMk/>
          <pc:sldMk cId="126243375" sldId="289"/>
        </pc:sldMkLst>
        <pc:spChg chg="add mod">
          <ac:chgData name="SuHan Yoon" userId="ac04559c1d2074fa" providerId="LiveId" clId="{FE2B070D-6817-4B2A-9E60-5417F27DE5FC}" dt="2026-02-26T15:48:12.512" v="43" actId="20577"/>
          <ac:spMkLst>
            <pc:docMk/>
            <pc:sldMk cId="126243375" sldId="289"/>
            <ac:spMk id="3" creationId="{F842824D-8F8A-B504-8BEF-5460D01F80E3}"/>
          </ac:spMkLst>
        </pc:spChg>
        <pc:spChg chg="mod">
          <ac:chgData name="SuHan Yoon" userId="ac04559c1d2074fa" providerId="LiveId" clId="{FE2B070D-6817-4B2A-9E60-5417F27DE5FC}" dt="2026-02-26T15:54:44.930" v="338" actId="20577"/>
          <ac:spMkLst>
            <pc:docMk/>
            <pc:sldMk cId="126243375" sldId="289"/>
            <ac:spMk id="6" creationId="{86487285-F55D-9A90-84B5-7CECA0C202F1}"/>
          </ac:spMkLst>
        </pc:spChg>
        <pc:spChg chg="mod">
          <ac:chgData name="SuHan Yoon" userId="ac04559c1d2074fa" providerId="LiveId" clId="{FE2B070D-6817-4B2A-9E60-5417F27DE5FC}" dt="2026-02-26T15:54:24.507" v="337" actId="20577"/>
          <ac:spMkLst>
            <pc:docMk/>
            <pc:sldMk cId="126243375" sldId="289"/>
            <ac:spMk id="8" creationId="{16444698-B7B1-991C-2F5C-AC83ED9D22C4}"/>
          </ac:spMkLst>
        </pc:spChg>
        <pc:graphicFrameChg chg="add mod modGraphic">
          <ac:chgData name="SuHan Yoon" userId="ac04559c1d2074fa" providerId="LiveId" clId="{FE2B070D-6817-4B2A-9E60-5417F27DE5FC}" dt="2026-02-26T15:48:30.247" v="47" actId="1076"/>
          <ac:graphicFrameMkLst>
            <pc:docMk/>
            <pc:sldMk cId="126243375" sldId="289"/>
            <ac:graphicFrameMk id="2" creationId="{39350FF1-0319-9943-BBC2-FA12EBA3A96F}"/>
          </ac:graphicFrameMkLst>
        </pc:graphicFrameChg>
      </pc:sldChg>
      <pc:sldChg chg="addSp delSp modSp mod">
        <pc:chgData name="SuHan Yoon" userId="ac04559c1d2074fa" providerId="LiveId" clId="{FE2B070D-6817-4B2A-9E60-5417F27DE5FC}" dt="2026-02-26T16:16:11.503" v="477" actId="207"/>
        <pc:sldMkLst>
          <pc:docMk/>
          <pc:sldMk cId="334829983" sldId="308"/>
        </pc:sldMkLst>
        <pc:spChg chg="mod">
          <ac:chgData name="SuHan Yoon" userId="ac04559c1d2074fa" providerId="LiveId" clId="{FE2B070D-6817-4B2A-9E60-5417F27DE5FC}" dt="2026-02-26T16:16:04.351" v="475" actId="14100"/>
          <ac:spMkLst>
            <pc:docMk/>
            <pc:sldMk cId="334829983" sldId="308"/>
            <ac:spMk id="12" creationId="{F664850D-8CD1-3F7B-5422-329E084E83E0}"/>
          </ac:spMkLst>
        </pc:spChg>
        <pc:graphicFrameChg chg="modGraphic">
          <ac:chgData name="SuHan Yoon" userId="ac04559c1d2074fa" providerId="LiveId" clId="{FE2B070D-6817-4B2A-9E60-5417F27DE5FC}" dt="2026-02-26T16:16:11.503" v="477" actId="207"/>
          <ac:graphicFrameMkLst>
            <pc:docMk/>
            <pc:sldMk cId="334829983" sldId="308"/>
            <ac:graphicFrameMk id="158" creationId="{2419B6DD-C41D-EDA0-0667-298B6FD30D4B}"/>
          </ac:graphicFrameMkLst>
        </pc:graphicFrameChg>
      </pc:sldChg>
      <pc:sldChg chg="modSp mod">
        <pc:chgData name="SuHan Yoon" userId="ac04559c1d2074fa" providerId="LiveId" clId="{FE2B070D-6817-4B2A-9E60-5417F27DE5FC}" dt="2026-02-26T16:06:28.267" v="413" actId="114"/>
        <pc:sldMkLst>
          <pc:docMk/>
          <pc:sldMk cId="1640699329" sldId="309"/>
        </pc:sldMkLst>
        <pc:spChg chg="mod">
          <ac:chgData name="SuHan Yoon" userId="ac04559c1d2074fa" providerId="LiveId" clId="{FE2B070D-6817-4B2A-9E60-5417F27DE5FC}" dt="2026-02-26T16:06:28.267" v="413" actId="114"/>
          <ac:spMkLst>
            <pc:docMk/>
            <pc:sldMk cId="1640699329" sldId="309"/>
            <ac:spMk id="8" creationId="{7588DC01-122A-EA01-876F-D30E828DE372}"/>
          </ac:spMkLst>
        </pc:spChg>
        <pc:spChg chg="mod">
          <ac:chgData name="SuHan Yoon" userId="ac04559c1d2074fa" providerId="LiveId" clId="{FE2B070D-6817-4B2A-9E60-5417F27DE5FC}" dt="2026-02-26T16:06:06.916" v="407" actId="6549"/>
          <ac:spMkLst>
            <pc:docMk/>
            <pc:sldMk cId="1640699329" sldId="309"/>
            <ac:spMk id="13" creationId="{5393176C-C850-FDCB-E32D-DC6195BDC76C}"/>
          </ac:spMkLst>
        </pc:spChg>
      </pc:sldChg>
      <pc:sldChg chg="modSp mod">
        <pc:chgData name="SuHan Yoon" userId="ac04559c1d2074fa" providerId="LiveId" clId="{FE2B070D-6817-4B2A-9E60-5417F27DE5FC}" dt="2026-02-26T16:14:56.260" v="427" actId="20577"/>
        <pc:sldMkLst>
          <pc:docMk/>
          <pc:sldMk cId="3216450564" sldId="310"/>
        </pc:sldMkLst>
        <pc:spChg chg="mod">
          <ac:chgData name="SuHan Yoon" userId="ac04559c1d2074fa" providerId="LiveId" clId="{FE2B070D-6817-4B2A-9E60-5417F27DE5FC}" dt="2026-02-26T16:14:56.260" v="427" actId="20577"/>
          <ac:spMkLst>
            <pc:docMk/>
            <pc:sldMk cId="3216450564" sldId="310"/>
            <ac:spMk id="8" creationId="{DCFF953F-8821-3BFA-5AF7-7627C1E6487A}"/>
          </ac:spMkLst>
        </pc:spChg>
      </pc:sldChg>
    </pc:docChg>
  </pc:docChgLst>
  <pc:docChgLst>
    <pc:chgData name="SuHan Yoon" userId="ac04559c1d2074fa" providerId="LiveId" clId="{71C09D8F-1F26-4C84-B459-87974296A018}"/>
    <pc:docChg chg="undo redo custSel addSld delSld modSld sldOrd modMainMaster modSection">
      <pc:chgData name="SuHan Yoon" userId="ac04559c1d2074fa" providerId="LiveId" clId="{71C09D8F-1F26-4C84-B459-87974296A018}" dt="2026-02-26T16:33:54.326" v="4371" actId="208"/>
      <pc:docMkLst>
        <pc:docMk/>
      </pc:docMkLst>
      <pc:sldChg chg="addSp delSp modSp mod modClrScheme chgLayout">
        <pc:chgData name="SuHan Yoon" userId="ac04559c1d2074fa" providerId="LiveId" clId="{71C09D8F-1F26-4C84-B459-87974296A018}" dt="2026-02-26T02:59:57.843" v="976" actId="20577"/>
        <pc:sldMkLst>
          <pc:docMk/>
          <pc:sldMk cId="1791567186" sldId="256"/>
        </pc:sldMkLst>
        <pc:spChg chg="mod ord">
          <ac:chgData name="SuHan Yoon" userId="ac04559c1d2074fa" providerId="LiveId" clId="{71C09D8F-1F26-4C84-B459-87974296A018}" dt="2026-02-26T02:59:57.843" v="976" actId="20577"/>
          <ac:spMkLst>
            <pc:docMk/>
            <pc:sldMk cId="1791567186" sldId="256"/>
            <ac:spMk id="3" creationId="{73838FAB-BBB1-95EF-2074-29F58AC85542}"/>
          </ac:spMkLst>
        </pc:spChg>
      </pc:sldChg>
      <pc:sldChg chg="addSp delSp modSp mod ord">
        <pc:chgData name="SuHan Yoon" userId="ac04559c1d2074fa" providerId="LiveId" clId="{71C09D8F-1F26-4C84-B459-87974296A018}" dt="2026-02-26T04:05:44.573" v="3236" actId="20577"/>
        <pc:sldMkLst>
          <pc:docMk/>
          <pc:sldMk cId="3490631658" sldId="286"/>
        </pc:sldMkLst>
        <pc:spChg chg="mod">
          <ac:chgData name="SuHan Yoon" userId="ac04559c1d2074fa" providerId="LiveId" clId="{71C09D8F-1F26-4C84-B459-87974296A018}" dt="2026-02-26T03:18:47.751" v="1423" actId="20577"/>
          <ac:spMkLst>
            <pc:docMk/>
            <pc:sldMk cId="3490631658" sldId="286"/>
            <ac:spMk id="6" creationId="{BE0C01D9-847D-CFEA-96E8-B8BB32DA7A20}"/>
          </ac:spMkLst>
        </pc:spChg>
        <pc:spChg chg="mod">
          <ac:chgData name="SuHan Yoon" userId="ac04559c1d2074fa" providerId="LiveId" clId="{71C09D8F-1F26-4C84-B459-87974296A018}" dt="2026-02-26T04:05:44.573" v="3236" actId="20577"/>
          <ac:spMkLst>
            <pc:docMk/>
            <pc:sldMk cId="3490631658" sldId="286"/>
            <ac:spMk id="8" creationId="{52429775-096F-E21E-2B20-B2590F53815F}"/>
          </ac:spMkLst>
        </pc:spChg>
        <pc:spChg chg="add mod">
          <ac:chgData name="SuHan Yoon" userId="ac04559c1d2074fa" providerId="LiveId" clId="{71C09D8F-1F26-4C84-B459-87974296A018}" dt="2026-02-26T04:02:54.801" v="2802" actId="20577"/>
          <ac:spMkLst>
            <pc:docMk/>
            <pc:sldMk cId="3490631658" sldId="286"/>
            <ac:spMk id="13" creationId="{10DA386E-5FAE-046C-1E51-755A57B4699B}"/>
          </ac:spMkLst>
        </pc:spChg>
        <pc:picChg chg="add mod">
          <ac:chgData name="SuHan Yoon" userId="ac04559c1d2074fa" providerId="LiveId" clId="{71C09D8F-1F26-4C84-B459-87974296A018}" dt="2026-02-26T03:41:16.630" v="2245" actId="1076"/>
          <ac:picMkLst>
            <pc:docMk/>
            <pc:sldMk cId="3490631658" sldId="286"/>
            <ac:picMk id="1026" creationId="{A81B5989-428B-B607-819D-05E94A007351}"/>
          </ac:picMkLst>
        </pc:picChg>
      </pc:sldChg>
      <pc:sldChg chg="addSp delSp modSp mod">
        <pc:chgData name="SuHan Yoon" userId="ac04559c1d2074fa" providerId="LiveId" clId="{71C09D8F-1F26-4C84-B459-87974296A018}" dt="2026-02-26T04:08:54.319" v="3798" actId="14100"/>
        <pc:sldMkLst>
          <pc:docMk/>
          <pc:sldMk cId="1514781967" sldId="287"/>
        </pc:sldMkLst>
        <pc:spChg chg="add mod">
          <ac:chgData name="SuHan Yoon" userId="ac04559c1d2074fa" providerId="LiveId" clId="{71C09D8F-1F26-4C84-B459-87974296A018}" dt="2026-02-26T04:06:38.038" v="3265" actId="478"/>
          <ac:spMkLst>
            <pc:docMk/>
            <pc:sldMk cId="1514781967" sldId="287"/>
            <ac:spMk id="3" creationId="{076EF64C-74F3-B4B1-C2EB-71515BB4A9E9}"/>
          </ac:spMkLst>
        </pc:spChg>
        <pc:spChg chg="mod">
          <ac:chgData name="SuHan Yoon" userId="ac04559c1d2074fa" providerId="LiveId" clId="{71C09D8F-1F26-4C84-B459-87974296A018}" dt="2026-02-26T04:08:48.192" v="3791" actId="20577"/>
          <ac:spMkLst>
            <pc:docMk/>
            <pc:sldMk cId="1514781967" sldId="287"/>
            <ac:spMk id="7" creationId="{10175690-918B-926B-76F2-BD378356528B}"/>
          </ac:spMkLst>
        </pc:spChg>
        <pc:spChg chg="mod">
          <ac:chgData name="SuHan Yoon" userId="ac04559c1d2074fa" providerId="LiveId" clId="{71C09D8F-1F26-4C84-B459-87974296A018}" dt="2026-02-26T04:08:54.319" v="3798" actId="14100"/>
          <ac:spMkLst>
            <pc:docMk/>
            <pc:sldMk cId="1514781967" sldId="287"/>
            <ac:spMk id="8" creationId="{39985C36-8F25-8382-3CB9-D9D9619F964C}"/>
          </ac:spMkLst>
        </pc:spChg>
        <pc:picChg chg="add mod">
          <ac:chgData name="SuHan Yoon" userId="ac04559c1d2074fa" providerId="LiveId" clId="{71C09D8F-1F26-4C84-B459-87974296A018}" dt="2026-02-26T04:08:51.871" v="3797" actId="1076"/>
          <ac:picMkLst>
            <pc:docMk/>
            <pc:sldMk cId="1514781967" sldId="287"/>
            <ac:picMk id="12" creationId="{F8A720DC-0D30-2DA6-D079-9F7572963227}"/>
          </ac:picMkLst>
        </pc:picChg>
      </pc:sldChg>
      <pc:sldChg chg="addSp delSp modSp mod">
        <pc:chgData name="SuHan Yoon" userId="ac04559c1d2074fa" providerId="LiveId" clId="{71C09D8F-1F26-4C84-B459-87974296A018}" dt="2026-02-26T04:13:35.655" v="4370" actId="20577"/>
        <pc:sldMkLst>
          <pc:docMk/>
          <pc:sldMk cId="126243375" sldId="289"/>
        </pc:sldMkLst>
        <pc:spChg chg="mod">
          <ac:chgData name="SuHan Yoon" userId="ac04559c1d2074fa" providerId="LiveId" clId="{71C09D8F-1F26-4C84-B459-87974296A018}" dt="2026-02-26T04:10:40.725" v="4217" actId="20577"/>
          <ac:spMkLst>
            <pc:docMk/>
            <pc:sldMk cId="126243375" sldId="289"/>
            <ac:spMk id="7" creationId="{0C405E9E-68BF-A7A1-0796-9AC36E099DE6}"/>
          </ac:spMkLst>
        </pc:spChg>
        <pc:spChg chg="mod">
          <ac:chgData name="SuHan Yoon" userId="ac04559c1d2074fa" providerId="LiveId" clId="{71C09D8F-1F26-4C84-B459-87974296A018}" dt="2026-02-26T04:13:35.655" v="4370" actId="20577"/>
          <ac:spMkLst>
            <pc:docMk/>
            <pc:sldMk cId="126243375" sldId="289"/>
            <ac:spMk id="8" creationId="{16444698-B7B1-991C-2F5C-AC83ED9D22C4}"/>
          </ac:spMkLst>
        </pc:spChg>
      </pc:sldChg>
      <pc:sldChg chg="addSp delSp modSp add mod">
        <pc:chgData name="SuHan Yoon" userId="ac04559c1d2074fa" providerId="LiveId" clId="{71C09D8F-1F26-4C84-B459-87974296A018}" dt="2026-02-26T16:33:54.326" v="4371" actId="208"/>
        <pc:sldMkLst>
          <pc:docMk/>
          <pc:sldMk cId="334829983" sldId="308"/>
        </pc:sldMkLst>
        <pc:spChg chg="mod">
          <ac:chgData name="SuHan Yoon" userId="ac04559c1d2074fa" providerId="LiveId" clId="{71C09D8F-1F26-4C84-B459-87974296A018}" dt="2026-02-26T03:17:13.945" v="1337" actId="20577"/>
          <ac:spMkLst>
            <pc:docMk/>
            <pc:sldMk cId="334829983" sldId="308"/>
            <ac:spMk id="4" creationId="{E8C52542-A268-F906-2894-99B60884DE5C}"/>
          </ac:spMkLst>
        </pc:spChg>
        <pc:spChg chg="add mod">
          <ac:chgData name="SuHan Yoon" userId="ac04559c1d2074fa" providerId="LiveId" clId="{71C09D8F-1F26-4C84-B459-87974296A018}" dt="2026-02-26T03:16:48.653" v="1302" actId="207"/>
          <ac:spMkLst>
            <pc:docMk/>
            <pc:sldMk cId="334829983" sldId="308"/>
            <ac:spMk id="5" creationId="{E5DC0ACB-7075-710E-25CC-A222AF90D6A0}"/>
          </ac:spMkLst>
        </pc:spChg>
        <pc:spChg chg="add mod">
          <ac:chgData name="SuHan Yoon" userId="ac04559c1d2074fa" providerId="LiveId" clId="{71C09D8F-1F26-4C84-B459-87974296A018}" dt="2026-02-26T03:16:41.950" v="1301" actId="1076"/>
          <ac:spMkLst>
            <pc:docMk/>
            <pc:sldMk cId="334829983" sldId="308"/>
            <ac:spMk id="12" creationId="{F664850D-8CD1-3F7B-5422-329E084E83E0}"/>
          </ac:spMkLst>
        </pc:spChg>
        <pc:spChg chg="add mod">
          <ac:chgData name="SuHan Yoon" userId="ac04559c1d2074fa" providerId="LiveId" clId="{71C09D8F-1F26-4C84-B459-87974296A018}" dt="2026-02-26T03:18:17.323" v="1381" actId="20577"/>
          <ac:spMkLst>
            <pc:docMk/>
            <pc:sldMk cId="334829983" sldId="308"/>
            <ac:spMk id="13" creationId="{C5361CA1-A2D7-696C-D667-7152A92642DC}"/>
          </ac:spMkLst>
        </pc:spChg>
        <pc:spChg chg="mod">
          <ac:chgData name="SuHan Yoon" userId="ac04559c1d2074fa" providerId="LiveId" clId="{71C09D8F-1F26-4C84-B459-87974296A018}" dt="2026-02-26T03:08:50.512" v="1054" actId="20577"/>
          <ac:spMkLst>
            <pc:docMk/>
            <pc:sldMk cId="334829983" sldId="308"/>
            <ac:spMk id="157" creationId="{F7C16534-7A2B-20B3-4FFE-F55ED3B735F1}"/>
          </ac:spMkLst>
        </pc:spChg>
        <pc:spChg chg="mod">
          <ac:chgData name="SuHan Yoon" userId="ac04559c1d2074fa" providerId="LiveId" clId="{71C09D8F-1F26-4C84-B459-87974296A018}" dt="2026-02-26T16:33:54.326" v="4371" actId="208"/>
          <ac:spMkLst>
            <pc:docMk/>
            <pc:sldMk cId="334829983" sldId="308"/>
            <ac:spMk id="160" creationId="{91DAEED2-29BB-EB45-00E3-C8C21A940C75}"/>
          </ac:spMkLst>
        </pc:spChg>
        <pc:spChg chg="mod">
          <ac:chgData name="SuHan Yoon" userId="ac04559c1d2074fa" providerId="LiveId" clId="{71C09D8F-1F26-4C84-B459-87974296A018}" dt="2026-02-26T03:08:45.508" v="1045" actId="113"/>
          <ac:spMkLst>
            <pc:docMk/>
            <pc:sldMk cId="334829983" sldId="308"/>
            <ac:spMk id="161" creationId="{B8847D00-1A14-213D-D0D4-03892A6B2C34}"/>
          </ac:spMkLst>
        </pc:spChg>
        <pc:spChg chg="mod">
          <ac:chgData name="SuHan Yoon" userId="ac04559c1d2074fa" providerId="LiveId" clId="{71C09D8F-1F26-4C84-B459-87974296A018}" dt="2026-02-26T03:08:36.527" v="1042" actId="207"/>
          <ac:spMkLst>
            <pc:docMk/>
            <pc:sldMk cId="334829983" sldId="308"/>
            <ac:spMk id="166" creationId="{42117B18-1FEF-F516-D487-F4D5CBABCE24}"/>
          </ac:spMkLst>
        </pc:spChg>
        <pc:spChg chg="mod">
          <ac:chgData name="SuHan Yoon" userId="ac04559c1d2074fa" providerId="LiveId" clId="{71C09D8F-1F26-4C84-B459-87974296A018}" dt="2026-02-26T03:08:43.368" v="1044" actId="207"/>
          <ac:spMkLst>
            <pc:docMk/>
            <pc:sldMk cId="334829983" sldId="308"/>
            <ac:spMk id="167" creationId="{133527CF-904F-3C71-5E58-43E488ADBEF0}"/>
          </ac:spMkLst>
        </pc:spChg>
        <pc:spChg chg="mod">
          <ac:chgData name="SuHan Yoon" userId="ac04559c1d2074fa" providerId="LiveId" clId="{71C09D8F-1F26-4C84-B459-87974296A018}" dt="2026-02-26T03:15:30.496" v="1261" actId="1076"/>
          <ac:spMkLst>
            <pc:docMk/>
            <pc:sldMk cId="334829983" sldId="308"/>
            <ac:spMk id="172" creationId="{3EC1DB1B-C968-27D4-F53E-7EDFC5CDE269}"/>
          </ac:spMkLst>
        </pc:spChg>
        <pc:spChg chg="mod">
          <ac:chgData name="SuHan Yoon" userId="ac04559c1d2074fa" providerId="LiveId" clId="{71C09D8F-1F26-4C84-B459-87974296A018}" dt="2026-02-26T03:15:32.333" v="1262" actId="14100"/>
          <ac:spMkLst>
            <pc:docMk/>
            <pc:sldMk cId="334829983" sldId="308"/>
            <ac:spMk id="173" creationId="{54522C05-6F86-170F-8C89-74A095B0EF3E}"/>
          </ac:spMkLst>
        </pc:spChg>
        <pc:graphicFrameChg chg="mod modGraphic">
          <ac:chgData name="SuHan Yoon" userId="ac04559c1d2074fa" providerId="LiveId" clId="{71C09D8F-1F26-4C84-B459-87974296A018}" dt="2026-02-26T03:17:18.015" v="1339" actId="1076"/>
          <ac:graphicFrameMkLst>
            <pc:docMk/>
            <pc:sldMk cId="334829983" sldId="308"/>
            <ac:graphicFrameMk id="158" creationId="{2419B6DD-C41D-EDA0-0667-298B6FD30D4B}"/>
          </ac:graphicFrameMkLst>
        </pc:graphicFrameChg>
      </pc:sldChg>
      <pc:sldChg chg="delSp modSp add mod">
        <pc:chgData name="SuHan Yoon" userId="ac04559c1d2074fa" providerId="LiveId" clId="{71C09D8F-1F26-4C84-B459-87974296A018}" dt="2026-02-26T04:06:00.094" v="3237" actId="14100"/>
        <pc:sldMkLst>
          <pc:docMk/>
          <pc:sldMk cId="1640699329" sldId="309"/>
        </pc:sldMkLst>
        <pc:spChg chg="mod">
          <ac:chgData name="SuHan Yoon" userId="ac04559c1d2074fa" providerId="LiveId" clId="{71C09D8F-1F26-4C84-B459-87974296A018}" dt="2026-02-26T04:06:00.094" v="3237" actId="14100"/>
          <ac:spMkLst>
            <pc:docMk/>
            <pc:sldMk cId="1640699329" sldId="309"/>
            <ac:spMk id="8" creationId="{7588DC01-122A-EA01-876F-D30E828DE372}"/>
          </ac:spMkLst>
        </pc:spChg>
      </pc:sldChg>
      <pc:sldChg chg="delSp modSp add mod">
        <pc:chgData name="SuHan Yoon" userId="ac04559c1d2074fa" providerId="LiveId" clId="{71C09D8F-1F26-4C84-B459-87974296A018}" dt="2026-02-26T04:10:22.161" v="4179" actId="20577"/>
        <pc:sldMkLst>
          <pc:docMk/>
          <pc:sldMk cId="3216450564" sldId="310"/>
        </pc:sldMkLst>
        <pc:spChg chg="mod">
          <ac:chgData name="SuHan Yoon" userId="ac04559c1d2074fa" providerId="LiveId" clId="{71C09D8F-1F26-4C84-B459-87974296A018}" dt="2026-02-26T04:09:05.665" v="3823" actId="20577"/>
          <ac:spMkLst>
            <pc:docMk/>
            <pc:sldMk cId="3216450564" sldId="310"/>
            <ac:spMk id="7" creationId="{CB0500F9-5467-7AF1-F065-B9A2F4C337CF}"/>
          </ac:spMkLst>
        </pc:spChg>
        <pc:spChg chg="mod">
          <ac:chgData name="SuHan Yoon" userId="ac04559c1d2074fa" providerId="LiveId" clId="{71C09D8F-1F26-4C84-B459-87974296A018}" dt="2026-02-26T04:10:22.161" v="4179" actId="20577"/>
          <ac:spMkLst>
            <pc:docMk/>
            <pc:sldMk cId="3216450564" sldId="310"/>
            <ac:spMk id="8" creationId="{DCFF953F-8821-3BFA-5AF7-7627C1E6487A}"/>
          </ac:spMkLst>
        </pc:spChg>
      </pc:sldChg>
    </pc:docChg>
  </pc:docChgLst>
  <pc:docChgLst>
    <pc:chgData name="SuHan Yoon" userId="ac04559c1d2074fa" providerId="Windows Live" clId="Web-{FFB17D5A-0766-E105-6D43-E8D20B7FADC5}"/>
    <pc:docChg chg="modSld">
      <pc:chgData name="SuHan Yoon" userId="ac04559c1d2074fa" providerId="Windows Live" clId="Web-{FFB17D5A-0766-E105-6D43-E8D20B7FADC5}" dt="2026-02-26T11:56:21.464" v="7" actId="20577"/>
      <pc:docMkLst>
        <pc:docMk/>
      </pc:docMkLst>
      <pc:sldChg chg="modSp">
        <pc:chgData name="SuHan Yoon" userId="ac04559c1d2074fa" providerId="Windows Live" clId="Web-{FFB17D5A-0766-E105-6D43-E8D20B7FADC5}" dt="2026-02-26T11:56:21.464" v="7" actId="20577"/>
        <pc:sldMkLst>
          <pc:docMk/>
          <pc:sldMk cId="1791567186" sldId="256"/>
        </pc:sldMkLst>
        <pc:spChg chg="mod">
          <ac:chgData name="SuHan Yoon" userId="ac04559c1d2074fa" providerId="Windows Live" clId="Web-{FFB17D5A-0766-E105-6D43-E8D20B7FADC5}" dt="2026-02-26T11:56:21.464" v="7" actId="20577"/>
          <ac:spMkLst>
            <pc:docMk/>
            <pc:sldMk cId="1791567186" sldId="256"/>
            <ac:spMk id="3" creationId="{73838FAB-BBB1-95EF-2074-29F58AC8554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EDD053C-BAAA-C351-28AA-A20306608B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EADD5A-C5C4-57D5-E710-F77985F486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1FD9B-F624-43C9-B22F-0D673159E58C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71DB72-2024-73BE-E842-0A6B59C102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F363F7-F061-FEF3-6864-B09861048E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C5A43-17D2-486C-8FFC-DF05DE044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1862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21766-809D-4C70-8E4C-CA0D711AC63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62159-48CD-4B48-BFB0-8057643A3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06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6931778B-E622-AD93-C432-0F0743089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d165691cf5_0_59:notes">
            <a:extLst>
              <a:ext uri="{FF2B5EF4-FFF2-40B4-BE49-F238E27FC236}">
                <a16:creationId xmlns:a16="http://schemas.microsoft.com/office/drawing/2014/main" id="{3AB69046-CA84-FC78-5BBA-F4505461A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d165691cf5_0_59:notes">
            <a:extLst>
              <a:ext uri="{FF2B5EF4-FFF2-40B4-BE49-F238E27FC236}">
                <a16:creationId xmlns:a16="http://schemas.microsoft.com/office/drawing/2014/main" id="{1F5B4FC0-FDEF-0DDF-91FE-E0ED409E1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0260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7482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1731264"/>
            <a:ext cx="2478921" cy="42418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6327" y="1731264"/>
            <a:ext cx="7978140" cy="42418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E84698-AA90-F3E4-F99B-70405568D926}"/>
              </a:ext>
            </a:extLst>
          </p:cNvPr>
          <p:cNvSpPr/>
          <p:nvPr userDrawn="1"/>
        </p:nvSpPr>
        <p:spPr>
          <a:xfrm>
            <a:off x="3267456" y="1731264"/>
            <a:ext cx="45719" cy="424183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740A2B20-AA81-E195-44DD-88AFD628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3/8/2026</a:t>
            </a:fld>
            <a:endParaRPr lang="en-US" b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4A432-8FC6-8D7C-921E-33EE1E25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174206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ECE1E7F2-6759-D411-CD6A-1F5F121680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DE256-6051-3303-A109-51FB684B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3/8/2026</a:t>
            </a:fld>
            <a:endParaRPr lang="en-US" b="0"/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98FE9D0F-DB72-2C39-4DD7-95078731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90854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7055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82496"/>
            <a:ext cx="10691265" cy="42467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내용 개체 틀 9">
            <a:extLst>
              <a:ext uri="{FF2B5EF4-FFF2-40B4-BE49-F238E27FC236}">
                <a16:creationId xmlns:a16="http://schemas.microsoft.com/office/drawing/2014/main" id="{99C5436F-FFEA-B8CC-8F28-10EB9C361F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BD5DBF9F-1177-4B55-FC16-72E0C7F5B4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3/8/2026</a:t>
            </a:fld>
            <a:endParaRPr lang="en-US" b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E1DFFA-BA02-4C3C-012C-CCA6E498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82839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A85CEB4F-87D5-5356-A051-D953956D8C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9AC429-1A88-C0BC-F40A-16C67834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3/8/2026</a:t>
            </a:fld>
            <a:endParaRPr lang="en-US" b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3B45D-59EE-DA16-3DB5-E52533EE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63357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3E81A30A-E7CB-B1AE-22F0-B1DCA0C98F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197E4-F9E6-1AEB-7D67-E888DF3352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3/8/2026</a:t>
            </a:fld>
            <a:endParaRPr lang="en-US" b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18A3FF-1481-4021-20B7-272632691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193631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내용 개체 틀 9">
            <a:extLst>
              <a:ext uri="{FF2B5EF4-FFF2-40B4-BE49-F238E27FC236}">
                <a16:creationId xmlns:a16="http://schemas.microsoft.com/office/drawing/2014/main" id="{6B786780-0B32-7051-3F54-D0F027C987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9AFA7094-A05A-D0CD-0335-CE6577EC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3/8/2026</a:t>
            </a:fld>
            <a:endParaRPr lang="en-US" b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9D8288FC-07DE-2075-0659-D5D0DA44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225301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383" y="919623"/>
            <a:ext cx="10640005" cy="76154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15384" y="2505075"/>
            <a:ext cx="5282192" cy="342377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42377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내용 개체 틀 9">
            <a:extLst>
              <a:ext uri="{FF2B5EF4-FFF2-40B4-BE49-F238E27FC236}">
                <a16:creationId xmlns:a16="http://schemas.microsoft.com/office/drawing/2014/main" id="{3A3BDAFD-3DE3-2465-E072-F3FC430D04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262CF165-1AD5-F9A9-49F5-F1C526CB4E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3/8/2026</a:t>
            </a:fld>
            <a:endParaRPr lang="en-US" b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D0927724-D5C5-F919-1391-2DE460BC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180808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7" name="내용 개체 틀 9">
            <a:extLst>
              <a:ext uri="{FF2B5EF4-FFF2-40B4-BE49-F238E27FC236}">
                <a16:creationId xmlns:a16="http://schemas.microsoft.com/office/drawing/2014/main" id="{6E1C46FB-E5BE-036B-6B4D-FBF12CBD54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6154142-B74E-2E39-9635-919BDBD0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3/8/2026</a:t>
            </a:fld>
            <a:endParaRPr lang="en-US" b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933ADF0A-60E4-DFBA-2573-BEAED65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33078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DFD9F97F-D89B-A4D3-49C5-C28E47BD9E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E64461-C323-00D5-9D57-2A0BA52E0B7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8258" y="1288473"/>
            <a:ext cx="10903108" cy="4580516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F696A1D-6AEE-86F8-3E1F-5ED3AB0CA5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6" y="781665"/>
            <a:ext cx="10912940" cy="506808"/>
          </a:xfrm>
        </p:spPr>
        <p:txBody>
          <a:bodyPr anchor="b"/>
          <a:lstStyle>
            <a:lvl1pPr>
              <a:defRPr sz="24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FA932B8E-E1F9-F56C-D424-D0DD8AFA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3/8/2026</a:t>
            </a:fld>
            <a:endParaRPr lang="en-US" b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7D5EDDBC-BD15-EDA0-19E3-C1C7F85AB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725201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9" name="내용 개체 틀 9">
            <a:extLst>
              <a:ext uri="{FF2B5EF4-FFF2-40B4-BE49-F238E27FC236}">
                <a16:creationId xmlns:a16="http://schemas.microsoft.com/office/drawing/2014/main" id="{7A2D9B18-B788-ADA1-8408-D4ABB0DAAE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5" name="Date Placeholder 6">
            <a:extLst>
              <a:ext uri="{FF2B5EF4-FFF2-40B4-BE49-F238E27FC236}">
                <a16:creationId xmlns:a16="http://schemas.microsoft.com/office/drawing/2014/main" id="{ADDAA933-C539-5834-FA1C-E4CEFC05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3/8/2026</a:t>
            </a:fld>
            <a:endParaRPr lang="en-US" b="0"/>
          </a:p>
        </p:txBody>
      </p: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B2831CDD-DAA7-E185-ED3B-01EFA462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4275647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>
                <a:latin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4" name="내용 개체 틀 9">
            <a:extLst>
              <a:ext uri="{FF2B5EF4-FFF2-40B4-BE49-F238E27FC236}">
                <a16:creationId xmlns:a16="http://schemas.microsoft.com/office/drawing/2014/main" id="{812C5E99-AE13-20E2-118B-E36DAAA56A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0494F13-ACEB-30AF-B066-37587FD0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3/8/2026</a:t>
            </a:fld>
            <a:endParaRPr lang="en-US" b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ACA8D0F9-F3D8-7FE7-85AB-1DA23DCB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862030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8FE5B2F9-7CEB-FE9B-E261-FDF16CB4E9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57F15D69-413C-C82E-B876-4E53ACB79C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3/8/2026</a:t>
            </a:fld>
            <a:endParaRPr lang="en-US" b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6B7A67FF-CB28-51D5-7667-2AD8A9E6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858221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5C9EA5B6-8CB1-CE74-02BD-32903DA4ED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E26FC516-7963-C28F-E3BE-A69D483850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3/8/2026</a:t>
            </a:fld>
            <a:endParaRPr lang="en-US" b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B4CE56F7-437D-BD91-EFAC-61B57EDF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2613383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42430-68F2-2899-E6D1-063123A8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EADE9D-F274-63A2-C4CC-CB9FA449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B254D799-F997-6E90-3B7B-BCEE57035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3/8/2026</a:t>
            </a:fld>
            <a:endParaRPr lang="en-US" b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67F9A-B021-6C5B-8DDD-BA774121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1183174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err="1">
                <a:solidFill>
                  <a:schemeClr val="tx1">
                    <a:lumMod val="65000"/>
                    <a:lumOff val="35000"/>
                  </a:schemeClr>
                </a:solidFill>
              </a:rPr>
              <a:t>SooHan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Yoon</a:t>
            </a:r>
            <a:r>
              <a:rPr lang="en-US"/>
              <a:t>
             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상징, 스케치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FFBA6F-F270-5AF2-B9D4-8997E676E8C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721" y="79029"/>
            <a:ext cx="717995" cy="717995"/>
          </a:xfrm>
          <a:prstGeom prst="rect">
            <a:avLst/>
          </a:prstGeom>
        </p:spPr>
      </p:pic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F6FF66A4-8FC7-3291-D61D-5EB35E8F6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3/8/2026</a:t>
            </a:fld>
            <a:endParaRPr lang="en-US" b="0"/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84EF316C-521E-8C35-CAAE-18E36CD15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67313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789" r:id="rId2"/>
    <p:sldLayoutId id="2147483800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2" r:id="rId14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CB409-83FE-E1A1-A66E-341FFA5BB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024692"/>
          </a:xfrm>
        </p:spPr>
        <p:txBody>
          <a:bodyPr>
            <a:normAutofit fontScale="90000"/>
          </a:bodyPr>
          <a:lstStyle/>
          <a:p>
            <a:r>
              <a:rPr lang="en-US" altLang="ko-KR" sz="6000"/>
              <a:t>Regular Research Seminar</a:t>
            </a:r>
            <a:br>
              <a:rPr lang="en-US" altLang="ko-KR" sz="6000"/>
            </a:br>
            <a:br>
              <a:rPr lang="en-US" altLang="ko-KR" sz="6000"/>
            </a:br>
            <a:endParaRPr lang="en-US" altLang="ko-KR" sz="600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7268F-36A1-5B2F-628B-80342C3A2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838FAB-BBB1-95EF-2074-29F58AC8554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15383" y="4632566"/>
            <a:ext cx="6992938" cy="1303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>
                <a:latin typeface="Univers Condensed"/>
              </a:rPr>
              <a:t>Feb 27th</a:t>
            </a:r>
          </a:p>
          <a:p>
            <a:pPr marL="0" indent="0">
              <a:buNone/>
            </a:pP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Univers Condensed"/>
              </a:rPr>
              <a:t>2025298007 </a:t>
            </a:r>
          </a:p>
          <a:p>
            <a:pPr marL="0" indent="0">
              <a:buNone/>
            </a:pP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Univers Condensed"/>
              </a:rPr>
              <a:t>SuHan Yoon</a:t>
            </a: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39E1D98-0F60-93D5-7B61-23C73EA32C45}"/>
              </a:ext>
            </a:extLst>
          </p:cNvPr>
          <p:cNvSpPr txBox="1">
            <a:spLocks/>
          </p:cNvSpPr>
          <p:nvPr/>
        </p:nvSpPr>
        <p:spPr>
          <a:xfrm>
            <a:off x="715383" y="1915439"/>
            <a:ext cx="10691265" cy="10246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>
                <a:solidFill>
                  <a:schemeClr val="tx1">
                    <a:lumMod val="65000"/>
                    <a:lumOff val="35000"/>
                  </a:schemeClr>
                </a:solidFill>
              </a:rPr>
              <a:t>E2E with Diffusion Model Planning</a:t>
            </a:r>
          </a:p>
        </p:txBody>
      </p:sp>
    </p:spTree>
    <p:extLst>
      <p:ext uri="{BB962C8B-B14F-4D97-AF65-F5344CB8AC3E}">
        <p14:creationId xmlns:p14="http://schemas.microsoft.com/office/powerpoint/2010/main" val="179156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6CF31-378D-0D86-3946-F7D71315C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>
            <a:extLst>
              <a:ext uri="{FF2B5EF4-FFF2-40B4-BE49-F238E27FC236}">
                <a16:creationId xmlns:a16="http://schemas.microsoft.com/office/drawing/2014/main" id="{F7C16534-7A2B-20B3-4FFE-F55ED3B735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17" y="605983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4670" dirty="0">
                <a:latin typeface="Inter"/>
                <a:ea typeface="Pinyon Script"/>
                <a:cs typeface="Pinyon Script"/>
                <a:sym typeface="Inter"/>
              </a:rPr>
              <a:t>FEB</a:t>
            </a:r>
            <a:r>
              <a:rPr lang="ko-KR" altLang="en-US" sz="4670" dirty="0">
                <a:latin typeface="Inter"/>
                <a:ea typeface="Pinyon Script"/>
                <a:cs typeface="Pinyon Script"/>
                <a:sym typeface="Inter"/>
              </a:rPr>
              <a:t> </a:t>
            </a:r>
            <a:r>
              <a:rPr lang="en" sz="4667" dirty="0">
                <a:latin typeface="Pinyon Script"/>
                <a:ea typeface="Pinyon Script"/>
                <a:cs typeface="Pinyon Script"/>
                <a:sym typeface="Pinyon Script"/>
              </a:rPr>
              <a:t>calendar</a:t>
            </a:r>
            <a:endParaRPr sz="4667" dirty="0">
              <a:latin typeface="Pinyon Script"/>
              <a:ea typeface="Pinyon Script"/>
              <a:cs typeface="Pinyon Script"/>
              <a:sym typeface="Pinyon Script"/>
            </a:endParaRPr>
          </a:p>
        </p:txBody>
      </p:sp>
      <p:graphicFrame>
        <p:nvGraphicFramePr>
          <p:cNvPr id="158" name="Google Shape;158;p24">
            <a:extLst>
              <a:ext uri="{FF2B5EF4-FFF2-40B4-BE49-F238E27FC236}">
                <a16:creationId xmlns:a16="http://schemas.microsoft.com/office/drawing/2014/main" id="{2419B6DD-C41D-EDA0-0667-298B6FD30D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225208"/>
              </p:ext>
            </p:extLst>
          </p:nvPr>
        </p:nvGraphicFramePr>
        <p:xfrm>
          <a:off x="1168000" y="1598618"/>
          <a:ext cx="9856000" cy="399646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51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800" b="0">
                          <a:solidFill>
                            <a:schemeClr val="dk1"/>
                          </a:solidFill>
                          <a:latin typeface="Pinyon Script"/>
                          <a:ea typeface="Pinyon Script"/>
                          <a:cs typeface="Pinyon Script"/>
                          <a:sym typeface="Pinyon Script"/>
                        </a:rPr>
                        <a:t>mon</a:t>
                      </a:r>
                      <a:endParaRPr sz="1800" b="0">
                        <a:solidFill>
                          <a:schemeClr val="dk1"/>
                        </a:solidFill>
                        <a:latin typeface="Pinyon Script"/>
                        <a:ea typeface="Pinyon Script"/>
                        <a:cs typeface="Pinyon Script"/>
                        <a:sym typeface="Pinyon Scrip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800" b="0">
                          <a:solidFill>
                            <a:schemeClr val="dk1"/>
                          </a:solidFill>
                          <a:latin typeface="Pinyon Script"/>
                          <a:ea typeface="Pinyon Script"/>
                          <a:cs typeface="Pinyon Script"/>
                          <a:sym typeface="Pinyon Script"/>
                        </a:rPr>
                        <a:t>tue</a:t>
                      </a:r>
                      <a:endParaRPr sz="1800" b="0">
                        <a:solidFill>
                          <a:schemeClr val="dk1"/>
                        </a:solidFill>
                        <a:latin typeface="Pinyon Script"/>
                        <a:ea typeface="Pinyon Script"/>
                        <a:cs typeface="Pinyon Script"/>
                        <a:sym typeface="Pinyon Scrip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800" b="0" dirty="0">
                          <a:solidFill>
                            <a:schemeClr val="dk1"/>
                          </a:solidFill>
                          <a:latin typeface="Pinyon Script"/>
                          <a:ea typeface="Pinyon Script"/>
                          <a:cs typeface="Pinyon Script"/>
                          <a:sym typeface="Pinyon Script"/>
                        </a:rPr>
                        <a:t>wed</a:t>
                      </a:r>
                      <a:endParaRPr sz="1800" b="0" dirty="0">
                        <a:solidFill>
                          <a:schemeClr val="dk1"/>
                        </a:solidFill>
                        <a:latin typeface="Pinyon Script"/>
                        <a:ea typeface="Pinyon Script"/>
                        <a:cs typeface="Pinyon Script"/>
                        <a:sym typeface="Pinyon Scrip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800" b="0">
                          <a:solidFill>
                            <a:schemeClr val="dk1"/>
                          </a:solidFill>
                          <a:latin typeface="Pinyon Script"/>
                          <a:ea typeface="Pinyon Script"/>
                          <a:cs typeface="Pinyon Script"/>
                          <a:sym typeface="Pinyon Script"/>
                        </a:rPr>
                        <a:t>thu</a:t>
                      </a:r>
                      <a:endParaRPr sz="1800" b="0">
                        <a:solidFill>
                          <a:schemeClr val="dk1"/>
                        </a:solidFill>
                        <a:latin typeface="Pinyon Script"/>
                        <a:ea typeface="Pinyon Script"/>
                        <a:cs typeface="Pinyon Script"/>
                        <a:sym typeface="Pinyon Scrip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800" b="0">
                          <a:solidFill>
                            <a:schemeClr val="dk1"/>
                          </a:solidFill>
                          <a:latin typeface="Pinyon Script"/>
                          <a:ea typeface="Pinyon Script"/>
                          <a:cs typeface="Pinyon Script"/>
                          <a:sym typeface="Pinyon Script"/>
                        </a:rPr>
                        <a:t> fri</a:t>
                      </a:r>
                      <a:endParaRPr sz="1800" b="0">
                        <a:solidFill>
                          <a:schemeClr val="dk1"/>
                        </a:solidFill>
                        <a:latin typeface="Pinyon Script"/>
                        <a:ea typeface="Pinyon Script"/>
                        <a:cs typeface="Pinyon Script"/>
                        <a:sym typeface="Pinyon Scrip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800" b="0">
                          <a:solidFill>
                            <a:schemeClr val="dk1"/>
                          </a:solidFill>
                          <a:latin typeface="Pinyon Script"/>
                          <a:ea typeface="Pinyon Script"/>
                          <a:cs typeface="Pinyon Script"/>
                          <a:sym typeface="Pinyon Script"/>
                        </a:rPr>
                        <a:t>sat</a:t>
                      </a:r>
                      <a:endParaRPr sz="1800" b="0">
                        <a:solidFill>
                          <a:schemeClr val="dk1"/>
                        </a:solidFill>
                        <a:latin typeface="Pinyon Script"/>
                        <a:ea typeface="Pinyon Script"/>
                        <a:cs typeface="Pinyon Script"/>
                        <a:sym typeface="Pinyon Scrip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800" b="0">
                          <a:solidFill>
                            <a:schemeClr val="dk1"/>
                          </a:solidFill>
                          <a:latin typeface="Pinyon Script"/>
                          <a:ea typeface="Pinyon Script"/>
                          <a:cs typeface="Pinyon Script"/>
                          <a:sym typeface="Pinyon Script"/>
                        </a:rPr>
                        <a:t>sun</a:t>
                      </a:r>
                      <a:endParaRPr sz="1800" b="0">
                        <a:solidFill>
                          <a:schemeClr val="dk1"/>
                        </a:solidFill>
                        <a:latin typeface="Pinyon Script"/>
                        <a:ea typeface="Pinyon Script"/>
                        <a:cs typeface="Pinyon Script"/>
                        <a:sym typeface="Pinyon Scrip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9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800" b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800" b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800" b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</a:t>
                      </a:r>
                      <a:endParaRPr sz="1800" b="1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</a:t>
                      </a:r>
                      <a:endParaRPr sz="1800" b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9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</a:t>
                      </a: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</a:t>
                      </a: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</a:t>
                      </a: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9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</a:t>
                      </a: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</a:t>
                      </a: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</a:t>
                      </a: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</a:t>
                      </a: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</a:t>
                      </a: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14</a:t>
                      </a: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</a:t>
                      </a:r>
                      <a:endParaRPr sz="1800" b="0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9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</a:t>
                      </a:r>
                      <a:endParaRPr sz="1800" b="0" dirty="0">
                        <a:solidFill>
                          <a:srgbClr val="FF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</a:t>
                      </a:r>
                      <a:endParaRPr sz="1800" b="0" dirty="0">
                        <a:solidFill>
                          <a:srgbClr val="FF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</a:t>
                      </a:r>
                      <a:endParaRPr sz="1800" b="0" dirty="0">
                        <a:solidFill>
                          <a:srgbClr val="FF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</a:t>
                      </a:r>
                      <a:endParaRPr sz="1800" b="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</a:t>
                      </a:r>
                      <a:endParaRPr sz="1800" b="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1800" b="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21</a:t>
                      </a: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22</a:t>
                      </a:r>
                      <a:endParaRPr sz="1800" b="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9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23</a:t>
                      </a:r>
                      <a:endParaRPr sz="1800" b="0" dirty="0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24</a:t>
                      </a:r>
                      <a:endParaRPr sz="1800" b="0" dirty="0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</a:t>
                      </a:r>
                      <a:endParaRPr sz="1800" b="0" dirty="0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</a:t>
                      </a:r>
                      <a:endParaRPr sz="1800" b="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27 Today</a:t>
                      </a:r>
                      <a:endParaRPr sz="18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28</a:t>
                      </a:r>
                      <a:endParaRPr sz="1800" b="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800" b="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59" name="Google Shape;159;p24">
            <a:extLst>
              <a:ext uri="{FF2B5EF4-FFF2-40B4-BE49-F238E27FC236}">
                <a16:creationId xmlns:a16="http://schemas.microsoft.com/office/drawing/2014/main" id="{8D7A41ED-FACB-074D-2193-39C45B291C6F}"/>
              </a:ext>
            </a:extLst>
          </p:cNvPr>
          <p:cNvCxnSpPr/>
          <p:nvPr/>
        </p:nvCxnSpPr>
        <p:spPr>
          <a:xfrm>
            <a:off x="4137600" y="1484100"/>
            <a:ext cx="391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" name="Google Shape;160;p24">
            <a:hlinkClick r:id="" action="ppaction://noaction"/>
            <a:extLst>
              <a:ext uri="{FF2B5EF4-FFF2-40B4-BE49-F238E27FC236}">
                <a16:creationId xmlns:a16="http://schemas.microsoft.com/office/drawing/2014/main" id="{91DAEED2-29BB-EB45-00E3-C8C21A940C75}"/>
              </a:ext>
            </a:extLst>
          </p:cNvPr>
          <p:cNvSpPr txBox="1"/>
          <p:nvPr/>
        </p:nvSpPr>
        <p:spPr>
          <a:xfrm>
            <a:off x="1159200" y="224900"/>
            <a:ext cx="761600" cy="3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bg1"/>
            </a:solidFill>
            <a:prstDash val="solid"/>
            <a:round/>
            <a:headEnd w="sm" len="sm"/>
            <a:tailEnd w="sm" len="sm"/>
          </a:ln>
        </p:spPr>
        <p:txBody>
          <a:bodyPr wrap="square" lIns="121899" tIns="121899" rIns="121899" bIns="121899" anchor="ctr" anchorCtr="0">
            <a:noAutofit/>
          </a:bodyPr>
          <a:lstStyle/>
          <a:p>
            <a:pPr algn="ctr">
              <a:defRPr/>
            </a:pPr>
            <a:r>
              <a:rPr lang="en" sz="1600" dirty="0">
                <a:latin typeface="Inter"/>
                <a:ea typeface="Inter"/>
                <a:cs typeface="Inter"/>
                <a:sym typeface="Inter"/>
              </a:rPr>
              <a:t>JAN</a:t>
            </a:r>
            <a:endParaRPr sz="16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24">
            <a:hlinkClick r:id="" action="ppaction://noaction"/>
            <a:extLst>
              <a:ext uri="{FF2B5EF4-FFF2-40B4-BE49-F238E27FC236}">
                <a16:creationId xmlns:a16="http://schemas.microsoft.com/office/drawing/2014/main" id="{B8847D00-1A14-213D-D0D4-03892A6B2C34}"/>
              </a:ext>
            </a:extLst>
          </p:cNvPr>
          <p:cNvSpPr txBox="1"/>
          <p:nvPr/>
        </p:nvSpPr>
        <p:spPr>
          <a:xfrm>
            <a:off x="1985972" y="224900"/>
            <a:ext cx="761600" cy="3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121899" tIns="121899" rIns="121899" bIns="121899" anchor="ctr" anchorCtr="0">
            <a:noAutofit/>
          </a:bodyPr>
          <a:lstStyle/>
          <a:p>
            <a:pPr algn="ctr">
              <a:defRPr/>
            </a:pPr>
            <a:r>
              <a:rPr lang="en" sz="16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FEB</a:t>
            </a:r>
            <a:endParaRPr sz="1600" b="1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24">
            <a:hlinkClick r:id="" action="ppaction://noaction"/>
            <a:extLst>
              <a:ext uri="{FF2B5EF4-FFF2-40B4-BE49-F238E27FC236}">
                <a16:creationId xmlns:a16="http://schemas.microsoft.com/office/drawing/2014/main" id="{85B35658-4202-CDBE-AD23-F6936C6384A5}"/>
              </a:ext>
            </a:extLst>
          </p:cNvPr>
          <p:cNvSpPr txBox="1"/>
          <p:nvPr/>
        </p:nvSpPr>
        <p:spPr>
          <a:xfrm>
            <a:off x="2812743" y="224900"/>
            <a:ext cx="761600" cy="3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121899" tIns="121899" rIns="121899" bIns="121899" anchor="ctr" anchorCtr="0">
            <a:noAutofit/>
          </a:bodyPr>
          <a:lstStyle/>
          <a:p>
            <a:pPr algn="ctr">
              <a:defRPr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MAR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24">
            <a:hlinkClick r:id="" action="ppaction://noaction"/>
            <a:extLst>
              <a:ext uri="{FF2B5EF4-FFF2-40B4-BE49-F238E27FC236}">
                <a16:creationId xmlns:a16="http://schemas.microsoft.com/office/drawing/2014/main" id="{F6108D99-471B-56ED-588D-9ED384D61CAA}"/>
              </a:ext>
            </a:extLst>
          </p:cNvPr>
          <p:cNvSpPr txBox="1"/>
          <p:nvPr/>
        </p:nvSpPr>
        <p:spPr>
          <a:xfrm>
            <a:off x="3639515" y="224900"/>
            <a:ext cx="761600" cy="3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121899" tIns="121899" rIns="121899" bIns="121899" anchor="ctr" anchorCtr="0">
            <a:noAutofit/>
          </a:bodyPr>
          <a:lstStyle/>
          <a:p>
            <a:pPr algn="ctr">
              <a:defRPr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APR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24">
            <a:hlinkClick r:id="" action="ppaction://noaction"/>
            <a:extLst>
              <a:ext uri="{FF2B5EF4-FFF2-40B4-BE49-F238E27FC236}">
                <a16:creationId xmlns:a16="http://schemas.microsoft.com/office/drawing/2014/main" id="{E00EAACD-3F63-B0B2-C842-961198F89602}"/>
              </a:ext>
            </a:extLst>
          </p:cNvPr>
          <p:cNvSpPr txBox="1"/>
          <p:nvPr/>
        </p:nvSpPr>
        <p:spPr>
          <a:xfrm>
            <a:off x="4466287" y="224900"/>
            <a:ext cx="761600" cy="3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121899" tIns="121899" rIns="121899" bIns="121899" anchor="ctr" anchorCtr="0">
            <a:noAutofit/>
          </a:bodyPr>
          <a:lstStyle/>
          <a:p>
            <a:pPr algn="ctr">
              <a:defRPr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MAY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24">
            <a:hlinkClick r:id="" action="ppaction://noaction"/>
            <a:extLst>
              <a:ext uri="{FF2B5EF4-FFF2-40B4-BE49-F238E27FC236}">
                <a16:creationId xmlns:a16="http://schemas.microsoft.com/office/drawing/2014/main" id="{CDD9EF47-562C-388D-2A3E-E89D07541149}"/>
              </a:ext>
            </a:extLst>
          </p:cNvPr>
          <p:cNvSpPr txBox="1"/>
          <p:nvPr/>
        </p:nvSpPr>
        <p:spPr>
          <a:xfrm>
            <a:off x="5293057" y="224900"/>
            <a:ext cx="761600" cy="3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121899" tIns="121899" rIns="121899" bIns="121899" anchor="ctr" anchorCtr="0">
            <a:noAutofit/>
          </a:bodyPr>
          <a:lstStyle/>
          <a:p>
            <a:pPr algn="ctr">
              <a:defRPr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JUN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24">
            <a:hlinkClick r:id="" action="ppaction://noaction"/>
            <a:extLst>
              <a:ext uri="{FF2B5EF4-FFF2-40B4-BE49-F238E27FC236}">
                <a16:creationId xmlns:a16="http://schemas.microsoft.com/office/drawing/2014/main" id="{42117B18-1FEF-F516-D487-F4D5CBABCE24}"/>
              </a:ext>
            </a:extLst>
          </p:cNvPr>
          <p:cNvSpPr txBox="1"/>
          <p:nvPr/>
        </p:nvSpPr>
        <p:spPr>
          <a:xfrm>
            <a:off x="6119829" y="224900"/>
            <a:ext cx="761600" cy="3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121899" tIns="121899" rIns="121899" bIns="121899" anchor="ctr" anchorCtr="0">
            <a:noAutofit/>
          </a:bodyPr>
          <a:lstStyle/>
          <a:p>
            <a:pPr algn="ctr">
              <a:defRPr/>
            </a:pPr>
            <a:r>
              <a:rPr lang="en" sz="1600" dirty="0">
                <a:latin typeface="Inter"/>
                <a:ea typeface="Inter"/>
                <a:cs typeface="Inter"/>
                <a:sym typeface="Inter"/>
              </a:rPr>
              <a:t>JUL</a:t>
            </a:r>
            <a:endParaRPr sz="16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24">
            <a:hlinkClick r:id="" action="ppaction://noaction"/>
            <a:extLst>
              <a:ext uri="{FF2B5EF4-FFF2-40B4-BE49-F238E27FC236}">
                <a16:creationId xmlns:a16="http://schemas.microsoft.com/office/drawing/2014/main" id="{133527CF-904F-3C71-5E58-43E488ADBEF0}"/>
              </a:ext>
            </a:extLst>
          </p:cNvPr>
          <p:cNvSpPr txBox="1"/>
          <p:nvPr/>
        </p:nvSpPr>
        <p:spPr>
          <a:xfrm>
            <a:off x="6946600" y="224900"/>
            <a:ext cx="761600" cy="3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121899" tIns="121899" rIns="121899" bIns="121899" anchor="ctr" anchorCtr="0">
            <a:noAutofit/>
          </a:bodyPr>
          <a:lstStyle/>
          <a:p>
            <a:pPr algn="ctr">
              <a:defRPr/>
            </a:pPr>
            <a:r>
              <a:rPr lang="en" sz="1600" dirty="0">
                <a:latin typeface="Inter"/>
                <a:ea typeface="Inter"/>
                <a:cs typeface="Inter"/>
                <a:sym typeface="Inter"/>
              </a:rPr>
              <a:t>AUG</a:t>
            </a:r>
            <a:endParaRPr sz="16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24">
            <a:hlinkClick r:id="" action="ppaction://noaction"/>
            <a:extLst>
              <a:ext uri="{FF2B5EF4-FFF2-40B4-BE49-F238E27FC236}">
                <a16:creationId xmlns:a16="http://schemas.microsoft.com/office/drawing/2014/main" id="{F0F99252-3E4E-7CC6-A298-B7AD7AEEE09D}"/>
              </a:ext>
            </a:extLst>
          </p:cNvPr>
          <p:cNvSpPr txBox="1"/>
          <p:nvPr/>
        </p:nvSpPr>
        <p:spPr>
          <a:xfrm>
            <a:off x="7773372" y="224900"/>
            <a:ext cx="761600" cy="3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121899" tIns="121899" rIns="121899" bIns="121899" anchor="ctr" anchorCtr="0">
            <a:noAutofit/>
          </a:bodyPr>
          <a:lstStyle/>
          <a:p>
            <a:pPr algn="ctr">
              <a:defRPr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SEP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24">
            <a:hlinkClick r:id="" action="ppaction://noaction"/>
            <a:extLst>
              <a:ext uri="{FF2B5EF4-FFF2-40B4-BE49-F238E27FC236}">
                <a16:creationId xmlns:a16="http://schemas.microsoft.com/office/drawing/2014/main" id="{5CC806E2-0DEB-0ACA-3991-13F44FF1B430}"/>
              </a:ext>
            </a:extLst>
          </p:cNvPr>
          <p:cNvSpPr txBox="1"/>
          <p:nvPr/>
        </p:nvSpPr>
        <p:spPr>
          <a:xfrm>
            <a:off x="8600144" y="224900"/>
            <a:ext cx="761600" cy="3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121899" tIns="121899" rIns="121899" bIns="121899" anchor="ctr" anchorCtr="0">
            <a:noAutofit/>
          </a:bodyPr>
          <a:lstStyle/>
          <a:p>
            <a:pPr algn="ctr">
              <a:defRPr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OCT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24">
            <a:hlinkClick r:id="" action="ppaction://noaction"/>
            <a:extLst>
              <a:ext uri="{FF2B5EF4-FFF2-40B4-BE49-F238E27FC236}">
                <a16:creationId xmlns:a16="http://schemas.microsoft.com/office/drawing/2014/main" id="{B3881B64-EF88-C73C-5563-3CC439CF07FC}"/>
              </a:ext>
            </a:extLst>
          </p:cNvPr>
          <p:cNvSpPr txBox="1"/>
          <p:nvPr/>
        </p:nvSpPr>
        <p:spPr>
          <a:xfrm>
            <a:off x="9426915" y="224900"/>
            <a:ext cx="761600" cy="3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121899" tIns="121899" rIns="121899" bIns="121899" anchor="ctr" anchorCtr="0">
            <a:noAutofit/>
          </a:bodyPr>
          <a:lstStyle/>
          <a:p>
            <a:pPr algn="ctr">
              <a:defRPr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NOV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" name="Google Shape;171;p24">
            <a:hlinkClick r:id="" action="ppaction://noaction"/>
            <a:extLst>
              <a:ext uri="{FF2B5EF4-FFF2-40B4-BE49-F238E27FC236}">
                <a16:creationId xmlns:a16="http://schemas.microsoft.com/office/drawing/2014/main" id="{26ECD8A7-A6A8-352C-EE7A-12296A3853DF}"/>
              </a:ext>
            </a:extLst>
          </p:cNvPr>
          <p:cNvSpPr txBox="1"/>
          <p:nvPr/>
        </p:nvSpPr>
        <p:spPr>
          <a:xfrm>
            <a:off x="10253687" y="224900"/>
            <a:ext cx="761600" cy="3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121899" tIns="121899" rIns="121899" bIns="121899" anchor="ctr" anchorCtr="0">
            <a:noAutofit/>
          </a:bodyPr>
          <a:lstStyle/>
          <a:p>
            <a:pPr algn="ctr">
              <a:defRPr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DEC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24">
            <a:extLst>
              <a:ext uri="{FF2B5EF4-FFF2-40B4-BE49-F238E27FC236}">
                <a16:creationId xmlns:a16="http://schemas.microsoft.com/office/drawing/2014/main" id="{3EC1DB1B-C968-27D4-F53E-7EDFC5CDE269}"/>
              </a:ext>
            </a:extLst>
          </p:cNvPr>
          <p:cNvSpPr/>
          <p:nvPr/>
        </p:nvSpPr>
        <p:spPr>
          <a:xfrm>
            <a:off x="9238544" y="5700918"/>
            <a:ext cx="246400" cy="246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73" name="Google Shape;173;p24">
            <a:extLst>
              <a:ext uri="{FF2B5EF4-FFF2-40B4-BE49-F238E27FC236}">
                <a16:creationId xmlns:a16="http://schemas.microsoft.com/office/drawing/2014/main" id="{54522C05-6F86-170F-8C89-74A095B0EF3E}"/>
              </a:ext>
            </a:extLst>
          </p:cNvPr>
          <p:cNvSpPr txBox="1"/>
          <p:nvPr/>
        </p:nvSpPr>
        <p:spPr>
          <a:xfrm>
            <a:off x="9577809" y="5654718"/>
            <a:ext cx="1846996" cy="3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1400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Lenture of Hanyang </a:t>
            </a:r>
          </a:p>
          <a:p>
            <a:r>
              <a:rPr lang="en" sz="1400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Univercity</a:t>
            </a:r>
            <a:endParaRPr sz="1400" dirty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" name="Google Shape;172;p24">
            <a:extLst>
              <a:ext uri="{FF2B5EF4-FFF2-40B4-BE49-F238E27FC236}">
                <a16:creationId xmlns:a16="http://schemas.microsoft.com/office/drawing/2014/main" id="{E8C52542-A268-F906-2894-99B60884DE5C}"/>
              </a:ext>
            </a:extLst>
          </p:cNvPr>
          <p:cNvSpPr/>
          <p:nvPr/>
        </p:nvSpPr>
        <p:spPr>
          <a:xfrm>
            <a:off x="1177730" y="5348683"/>
            <a:ext cx="6973938" cy="2464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1100" dirty="0"/>
              <a:t>Train </a:t>
            </a:r>
            <a:r>
              <a:rPr lang="en-US" sz="1100" dirty="0" err="1"/>
              <a:t>DriveTransformer</a:t>
            </a:r>
            <a:endParaRPr sz="1100" dirty="0"/>
          </a:p>
        </p:txBody>
      </p:sp>
      <p:sp>
        <p:nvSpPr>
          <p:cNvPr id="5" name="Google Shape;172;p24">
            <a:extLst>
              <a:ext uri="{FF2B5EF4-FFF2-40B4-BE49-F238E27FC236}">
                <a16:creationId xmlns:a16="http://schemas.microsoft.com/office/drawing/2014/main" id="{E5DC0ACB-7075-710E-25CC-A222AF90D6A0}"/>
              </a:ext>
            </a:extLst>
          </p:cNvPr>
          <p:cNvSpPr/>
          <p:nvPr/>
        </p:nvSpPr>
        <p:spPr>
          <a:xfrm>
            <a:off x="6912602" y="5706127"/>
            <a:ext cx="246400" cy="246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" name="Google Shape;173;p24">
            <a:extLst>
              <a:ext uri="{FF2B5EF4-FFF2-40B4-BE49-F238E27FC236}">
                <a16:creationId xmlns:a16="http://schemas.microsoft.com/office/drawing/2014/main" id="{F664850D-8CD1-3F7B-5422-329E084E83E0}"/>
              </a:ext>
            </a:extLst>
          </p:cNvPr>
          <p:cNvSpPr txBox="1"/>
          <p:nvPr/>
        </p:nvSpPr>
        <p:spPr>
          <a:xfrm>
            <a:off x="7251867" y="5659927"/>
            <a:ext cx="1893812" cy="3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1400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H/W Setting for RAVEE</a:t>
            </a:r>
            <a:endParaRPr sz="1400" dirty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" name="Google Shape;172;p24">
            <a:extLst>
              <a:ext uri="{FF2B5EF4-FFF2-40B4-BE49-F238E27FC236}">
                <a16:creationId xmlns:a16="http://schemas.microsoft.com/office/drawing/2014/main" id="{C5361CA1-A2D7-696C-D667-7152A92642DC}"/>
              </a:ext>
            </a:extLst>
          </p:cNvPr>
          <p:cNvSpPr/>
          <p:nvPr/>
        </p:nvSpPr>
        <p:spPr>
          <a:xfrm>
            <a:off x="1177729" y="4700983"/>
            <a:ext cx="9837558" cy="246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1100" dirty="0"/>
              <a:t>Train Diffusion-Planner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334829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C6106-11D5-91BB-AD5F-5E97B8311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2429775-096F-E21E-2B20-B2590F538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832003"/>
            <a:ext cx="6368911" cy="42467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What is Sanity Check 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+mj-lt"/>
              </a:rPr>
              <a:t>A verification process to confirm whether GRPO training is feasible.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+mj-lt"/>
              </a:rPr>
              <a:t>GRPO removes the Value Model and instead samples multiple outputs per query, then computes advantages by relative comparison within the group.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+mj-lt"/>
              </a:rPr>
              <a:t>Since sampled outputs differ each iteration, advantages naturally vary accordingly.</a:t>
            </a:r>
          </a:p>
          <a:p>
            <a:pPr marL="457200" lvl="1" indent="0">
              <a:buNone/>
            </a:pPr>
            <a:endParaRPr lang="en-US" altLang="ko-KR" sz="16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n-lt"/>
              <a:cs typeface="+mn-lt"/>
            </a:endParaRPr>
          </a:p>
          <a:p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Method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+mj-lt"/>
              </a:rPr>
              <a:t>Run 10 iterations and check if results converge to 100% failure or success, confirming the reward signal and pipeline work correctly.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BBB013-84E7-3D6C-CB0C-3A4533116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0C01D9-847D-CFEA-96E8-B8BB32DA7A2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+mj-lt"/>
              </a:rPr>
              <a:t>Diffusion-Planner</a:t>
            </a:r>
            <a:endParaRPr lang="ko-KR" altLang="en-US" dirty="0">
              <a:latin typeface="+mj-lt"/>
            </a:endParaRPr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9956ABAE-215F-075C-07B6-63CDD614A05E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</a:t>
            </a:r>
          </a:p>
        </p:txBody>
      </p:sp>
      <p:pic>
        <p:nvPicPr>
          <p:cNvPr id="1026" name="Picture 2" descr="【LLM-RL】强化对齐之GRPO算法和微调实践_deepseek grpo-CSDN博客">
            <a:extLst>
              <a:ext uri="{FF2B5EF4-FFF2-40B4-BE49-F238E27FC236}">
                <a16:creationId xmlns:a16="http://schemas.microsoft.com/office/drawing/2014/main" id="{A81B5989-428B-B607-819D-05E94A007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9186" y="2937285"/>
            <a:ext cx="4143735" cy="186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제목 6">
            <a:extLst>
              <a:ext uri="{FF2B5EF4-FFF2-40B4-BE49-F238E27FC236}">
                <a16:creationId xmlns:a16="http://schemas.microsoft.com/office/drawing/2014/main" id="{10DA386E-5FAE-046C-1E51-755A57B46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ko-KR" sz="2200" dirty="0">
                <a:latin typeface="Univers Condensed"/>
              </a:rPr>
              <a:t>Sanity Check for Fine Tuning</a:t>
            </a:r>
            <a:endParaRPr lang="ko-KR" altLang="en-US" sz="2200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490631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6C2A-C9AA-E540-677A-8D90E6686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588DC01-122A-EA01-876F-D30E828DE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832003"/>
            <a:ext cx="10779852" cy="42467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Result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+mj-lt"/>
              </a:rPr>
              <a:t>Overall metrics such as collision rate and compliance rate were successfully evaluated. 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+mj-lt"/>
              </a:rPr>
              <a:t>However, detailed metrics like lateral error and curvature error are not provided, making it difficult to determine which specific behaviors to improve through reinforcement learning. 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+mj-lt"/>
              </a:rPr>
              <a:t>Therefore, the evaluation methodology will be redesigned to include fine-grained metrics and re-conducted.</a:t>
            </a:r>
            <a:endParaRPr lang="en-US" altLang="ko-KR" sz="16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n-lt"/>
              <a:cs typeface="+mn-lt"/>
            </a:endParaRPr>
          </a:p>
          <a:p>
            <a:pPr marL="457200" lvl="1" indent="0">
              <a:buNone/>
            </a:pP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C91BAF-CC89-CC3E-98C4-2B71DAB8B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DA3124-8A13-46B3-B061-13AF8837AE5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+mj-lt"/>
              </a:rPr>
              <a:t>Diffusion-Planner</a:t>
            </a:r>
            <a:endParaRPr lang="ko-KR" altLang="en-US" dirty="0">
              <a:latin typeface="+mj-lt"/>
            </a:endParaRPr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06483052-DE1F-0791-5C64-4D68C5B80618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</a:t>
            </a:r>
          </a:p>
        </p:txBody>
      </p:sp>
      <p:sp>
        <p:nvSpPr>
          <p:cNvPr id="13" name="제목 6">
            <a:extLst>
              <a:ext uri="{FF2B5EF4-FFF2-40B4-BE49-F238E27FC236}">
                <a16:creationId xmlns:a16="http://schemas.microsoft.com/office/drawing/2014/main" id="{5393176C-C850-FDCB-E32D-DC6195BD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ko-KR" sz="2200" dirty="0">
                <a:latin typeface="Univers Condensed"/>
              </a:rPr>
              <a:t>Sanity Check for Fine Tuning</a:t>
            </a:r>
            <a:endParaRPr lang="ko-KR" altLang="en-US" sz="2200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640699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2C04D-0781-99D6-5BFC-579AAD900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10175690-918B-926B-76F2-BD378356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ko-KR" sz="2400" dirty="0"/>
              <a:t>Model Quantization</a:t>
            </a:r>
            <a:endParaRPr lang="ko-KR" altLang="en-US" sz="2200" dirty="0">
              <a:latin typeface="Univers Condensed"/>
            </a:endParaRP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9985C36-8F25-8382-3CB9-D9D9619F9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832003"/>
            <a:ext cx="5347137" cy="4246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Univers Condensed" panose="020B0506020202050204" pitchFamily="34" charset="0"/>
              </a:rPr>
              <a:t>Plan to quantize GenAD and Diffusion-Planner to </a:t>
            </a:r>
            <a:r>
              <a:rPr lang="en-US" altLang="ko-KR" sz="1600" dirty="0" err="1">
                <a:latin typeface="Univers Condensed" panose="020B0506020202050204" pitchFamily="34" charset="0"/>
              </a:rPr>
              <a:t>TensorRT</a:t>
            </a:r>
            <a:r>
              <a:rPr lang="en-US" altLang="ko-KR" sz="1600" dirty="0">
                <a:latin typeface="Univers Condensed" panose="020B0506020202050204" pitchFamily="34" charset="0"/>
              </a:rPr>
              <a:t> using NVIDIA's DL4AGX toolkit.</a:t>
            </a:r>
          </a:p>
          <a:p>
            <a:pPr marL="0" indent="0">
              <a:buNone/>
            </a:pPr>
            <a:endParaRPr lang="en-US" altLang="ko-KR" sz="1600" dirty="0">
              <a:latin typeface="Univers Condensed" panose="020B0506020202050204" pitchFamily="34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Univers Condensed" panose="020B0506020202050204" pitchFamily="34" charset="0"/>
              </a:rPr>
              <a:t> Since VAD-</a:t>
            </a:r>
            <a:r>
              <a:rPr lang="en-US" altLang="ko-KR" sz="1600" dirty="0" err="1">
                <a:latin typeface="Univers Condensed" panose="020B0506020202050204" pitchFamily="34" charset="0"/>
              </a:rPr>
              <a:t>TensorRT</a:t>
            </a:r>
            <a:r>
              <a:rPr lang="en-US" altLang="ko-KR" sz="1600" dirty="0">
                <a:latin typeface="Univers Condensed" panose="020B0506020202050204" pitchFamily="34" charset="0"/>
              </a:rPr>
              <a:t> is already supported and GenAD shares a similar architecture with VAD, quantization is expected to be feasible. This is aimed at resolving the FPS bottleneck in the RAVEE project for real-vehicle E2E deployment.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Univers Condensed" panose="020B0506020202050204" pitchFamily="34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1494B8-DDC8-D593-8D7C-93B13808C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A6CB494B-A88A-4A72-E1F4-1CEA816420B0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2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6EF64C-74F3-B4B1-C2EB-71515BB4A9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2" name="그림 11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A720DC-0D30-2DA6-D079-9F7572963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075" y="1540145"/>
            <a:ext cx="5446777" cy="416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81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E2079-15D8-BF60-EDCD-A389DAF1B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CB0500F9-5467-7AF1-F065-B9A2F4C33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ko-KR" sz="2200" dirty="0" err="1">
                <a:latin typeface="Univers Condensed"/>
              </a:rPr>
              <a:t>Autoware</a:t>
            </a:r>
            <a:r>
              <a:rPr lang="en-US" altLang="ko-KR" sz="2200" dirty="0">
                <a:latin typeface="Univers Condensed"/>
              </a:rPr>
              <a:t> Pull Request</a:t>
            </a:r>
            <a:endParaRPr lang="ko-KR" altLang="en-US" sz="2200" dirty="0">
              <a:latin typeface="Univers Condensed"/>
            </a:endParaRP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CFF953F-8821-3BFA-5AF7-7627C1E64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832003"/>
            <a:ext cx="10643037" cy="4246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While away from </a:t>
            </a:r>
            <a:r>
              <a:rPr lang="en-US" altLang="ko-KR" sz="1800" dirty="0" err="1"/>
              <a:t>Autoware</a:t>
            </a:r>
            <a:r>
              <a:rPr lang="en-US" altLang="ko-KR" sz="1800" dirty="0"/>
              <a:t> development, significant updates have been made to the platform. </a:t>
            </a:r>
          </a:p>
          <a:p>
            <a:pPr marL="0" indent="0">
              <a:buNone/>
            </a:pPr>
            <a:r>
              <a:rPr lang="en-US" altLang="ko-KR" sz="1800" dirty="0"/>
              <a:t>Plan to port the existing VAD + </a:t>
            </a:r>
            <a:r>
              <a:rPr lang="en-US" altLang="ko-KR" sz="1800" dirty="0" err="1"/>
              <a:t>RuleBased</a:t>
            </a:r>
            <a:r>
              <a:rPr lang="en-US" altLang="ko-KR" sz="1800" dirty="0"/>
              <a:t> code to the latest </a:t>
            </a:r>
            <a:r>
              <a:rPr lang="en-US" altLang="ko-KR" sz="1800" dirty="0" err="1"/>
              <a:t>Autoware</a:t>
            </a:r>
            <a:r>
              <a:rPr lang="en-US" altLang="ko-KR" sz="1800" dirty="0"/>
              <a:t> version, refactor it into a clean HLC-based package, and submit an official Pull Request to the </a:t>
            </a:r>
            <a:r>
              <a:rPr lang="en-US" altLang="ko-KR" sz="1800" dirty="0" err="1"/>
              <a:t>Autoware</a:t>
            </a:r>
            <a:r>
              <a:rPr lang="en-US" altLang="ko-KR" sz="1800" dirty="0"/>
              <a:t> repository.</a:t>
            </a:r>
            <a:endParaRPr lang="en-US" altLang="ko-KR" sz="1800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AA5FD2-7B84-F3A0-7DA5-C84DF890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F60195D9-6019-1822-BF50-AD10CB4EC769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2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0325D1-E820-6900-53EE-6E25C4F97C4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6450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49883-09DE-B64F-C8E3-ECDE58A6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0C405E9E-68BF-A7A1-0796-9AC36E099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ko-KR" altLang="en-US" sz="2200" dirty="0">
                <a:ea typeface="+mj-lt"/>
                <a:cs typeface="+mj-lt"/>
              </a:rPr>
              <a:t>기초회로 실험 계획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6444698-B7B1-991C-2F5C-AC83ED9D2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832003"/>
            <a:ext cx="5288867" cy="4246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총 수업 수</a:t>
            </a: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0" indent="0">
              <a:buNone/>
            </a:pPr>
            <a:r>
              <a:rPr lang="en-US" altLang="ko-KR" sz="1400" b="1" dirty="0">
                <a:latin typeface="Univers Condensed"/>
              </a:rPr>
              <a:t>OT(1) + </a:t>
            </a:r>
            <a:r>
              <a:rPr lang="ko-KR" altLang="en-US" sz="1400" b="1" dirty="0">
                <a:latin typeface="Univers Condensed"/>
              </a:rPr>
              <a:t>실험 </a:t>
            </a:r>
            <a:r>
              <a:rPr lang="en-US" altLang="ko-KR" sz="1400" b="1" dirty="0">
                <a:latin typeface="Univers Condensed"/>
              </a:rPr>
              <a:t>14 + </a:t>
            </a:r>
            <a:r>
              <a:rPr lang="ko-KR" altLang="en-US" sz="1400" b="1" dirty="0">
                <a:latin typeface="Univers Condensed"/>
              </a:rPr>
              <a:t>기말고사</a:t>
            </a:r>
            <a:endParaRPr lang="en-US" altLang="ko-KR" sz="1400" b="1" dirty="0">
              <a:latin typeface="Univers Condensed"/>
            </a:endParaRPr>
          </a:p>
          <a:p>
            <a:pPr marL="0" indent="0">
              <a:buNone/>
            </a:pP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0" indent="0">
              <a:buNone/>
            </a:pP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평가 방법</a:t>
            </a: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0" indent="0">
              <a:buNone/>
            </a:pP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각 주마다 예비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,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결과 보고서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및 정해진 조에서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ppt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발표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0" indent="0">
              <a:buNone/>
            </a:pP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단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, ppt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발표는 필수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x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 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0" indent="0">
              <a:buNone/>
            </a:pP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0" indent="0">
              <a:buNone/>
            </a:pP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0" indent="0">
              <a:buNone/>
            </a:pP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0" indent="0">
              <a:buNone/>
            </a:pP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B7790F-FAAF-663D-05A6-F7D43C3C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487285-F55D-9A90-84B5-7CECA0C202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ko-KR" altLang="en-US" dirty="0">
              <a:latin typeface="+mj-lt"/>
            </a:endParaRPr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5949EC92-0A34-C9D8-7842-7F2A6717050F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350FF1-0319-9943-BBC2-FA12EBA3A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840250"/>
              </p:ext>
            </p:extLst>
          </p:nvPr>
        </p:nvGraphicFramePr>
        <p:xfrm>
          <a:off x="6293225" y="2242243"/>
          <a:ext cx="2082800" cy="29013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162356266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45568113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주차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교재 범위 및 과제물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990479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실험 </a:t>
                      </a:r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794040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실험 </a:t>
                      </a:r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19613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실험 </a:t>
                      </a:r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42226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실험 </a:t>
                      </a:r>
                      <a:r>
                        <a:rPr lang="en-US" altLang="ko-KR" sz="1100" u="none" strike="noStrike">
                          <a:effectLst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7175041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실험 </a:t>
                      </a:r>
                      <a:r>
                        <a:rPr lang="en-US" altLang="ko-KR" sz="1100" u="none" strike="noStrike">
                          <a:effectLst/>
                        </a:rPr>
                        <a:t>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612526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실험 </a:t>
                      </a:r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418538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실험 </a:t>
                      </a:r>
                      <a:r>
                        <a:rPr lang="en-US" altLang="ko-KR" sz="1100" u="none" strike="noStrike">
                          <a:effectLst/>
                        </a:rPr>
                        <a:t>14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9626287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실험 </a:t>
                      </a:r>
                      <a:r>
                        <a:rPr lang="en-US" altLang="ko-KR" sz="1100" u="none" strike="noStrike">
                          <a:effectLst/>
                        </a:rPr>
                        <a:t>16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76087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실험 </a:t>
                      </a:r>
                      <a:r>
                        <a:rPr lang="en-US" altLang="ko-KR" sz="1100" u="none" strike="noStrike" dirty="0">
                          <a:effectLst/>
                        </a:rPr>
                        <a:t>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153167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실험 </a:t>
                      </a:r>
                      <a:r>
                        <a:rPr lang="en-US" altLang="ko-KR" sz="1100" u="none" strike="noStrike">
                          <a:effectLst/>
                        </a:rPr>
                        <a:t>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792763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실험 </a:t>
                      </a:r>
                      <a:r>
                        <a:rPr lang="en-US" altLang="ko-KR" sz="1100" u="none" strike="noStrike">
                          <a:effectLst/>
                        </a:rPr>
                        <a:t>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79904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실험 </a:t>
                      </a:r>
                      <a:r>
                        <a:rPr lang="en-US" altLang="ko-KR" sz="1100" u="none" strike="noStrike">
                          <a:effectLst/>
                        </a:rPr>
                        <a:t>18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747447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실험 </a:t>
                      </a:r>
                      <a:r>
                        <a:rPr lang="en-US" altLang="ko-KR" sz="1100" u="none" strike="noStrike" dirty="0">
                          <a:effectLst/>
                        </a:rPr>
                        <a:t>20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81892605"/>
                  </a:ext>
                </a:extLst>
              </a:tr>
            </a:tbl>
          </a:graphicData>
        </a:graphic>
      </p:graphicFrame>
      <p:sp>
        <p:nvSpPr>
          <p:cNvPr id="3" name="내용 개체 틀 7">
            <a:extLst>
              <a:ext uri="{FF2B5EF4-FFF2-40B4-BE49-F238E27FC236}">
                <a16:creationId xmlns:a16="http://schemas.microsoft.com/office/drawing/2014/main" id="{F842824D-8F8A-B504-8BEF-5460D01F80E3}"/>
              </a:ext>
            </a:extLst>
          </p:cNvPr>
          <p:cNvSpPr txBox="1">
            <a:spLocks/>
          </p:cNvSpPr>
          <p:nvPr/>
        </p:nvSpPr>
        <p:spPr>
          <a:xfrm>
            <a:off x="6154273" y="1714442"/>
            <a:ext cx="5288867" cy="42467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실험 내용</a:t>
            </a: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2624337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2A53F8-B9CB-48BC-AEF9-102E7F51EE87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429</Words>
  <Application>Microsoft Office PowerPoint</Application>
  <PresentationFormat>와이드스크린</PresentationFormat>
  <Paragraphs>131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Inter</vt:lpstr>
      <vt:lpstr>Inter Light</vt:lpstr>
      <vt:lpstr>Pinyon Script</vt:lpstr>
      <vt:lpstr>Arial</vt:lpstr>
      <vt:lpstr>Calisto MT</vt:lpstr>
      <vt:lpstr>Univers Condensed</vt:lpstr>
      <vt:lpstr>맑은 고딕</vt:lpstr>
      <vt:lpstr>ChronicleVTI</vt:lpstr>
      <vt:lpstr>Regular Research Seminar  </vt:lpstr>
      <vt:lpstr>FEB calendar</vt:lpstr>
      <vt:lpstr>Sanity Check for Fine Tuning</vt:lpstr>
      <vt:lpstr>Sanity Check for Fine Tuning</vt:lpstr>
      <vt:lpstr>Model Quantization</vt:lpstr>
      <vt:lpstr>Autoware Pull Request</vt:lpstr>
      <vt:lpstr>기초회로 실험 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SuHan Yoon</cp:lastModifiedBy>
  <cp:revision>1</cp:revision>
  <dcterms:created xsi:type="dcterms:W3CDTF">2025-07-17T09:28:14Z</dcterms:created>
  <dcterms:modified xsi:type="dcterms:W3CDTF">2026-03-08T03:14:37Z</dcterms:modified>
</cp:coreProperties>
</file>