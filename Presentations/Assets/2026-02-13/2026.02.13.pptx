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3" r:id="rId3"/>
    <p:sldId id="303" r:id="rId4"/>
    <p:sldId id="309" r:id="rId5"/>
    <p:sldId id="315" r:id="rId6"/>
    <p:sldId id="317" r:id="rId7"/>
    <p:sldId id="320" r:id="rId8"/>
    <p:sldId id="321" r:id="rId9"/>
    <p:sldId id="322" r:id="rId10"/>
    <p:sldId id="324" r:id="rId11"/>
    <p:sldId id="286" r:id="rId12"/>
    <p:sldId id="312" r:id="rId13"/>
    <p:sldId id="32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섹션" id="{C6BA5B10-B07B-4591-8EB3-5A0A65AE9893}">
          <p14:sldIdLst>
            <p14:sldId id="256"/>
            <p14:sldId id="283"/>
            <p14:sldId id="303"/>
            <p14:sldId id="309"/>
            <p14:sldId id="315"/>
            <p14:sldId id="317"/>
            <p14:sldId id="320"/>
            <p14:sldId id="321"/>
            <p14:sldId id="322"/>
            <p14:sldId id="324"/>
            <p14:sldId id="286"/>
            <p14:sldId id="31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5B7BB-9A0E-4EDA-B6A6-97C50F33FB61}" v="1" dt="2026-02-12T05:09:12.707"/>
    <p1510:client id="{C6191742-8FF3-484B-95CC-1EF6955EC033}" v="114" dt="2026-02-12T15:42:44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18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n Yoon" userId="ac04559c1d2074fa" providerId="Windows Live" clId="Web-{05670DD9-9A0F-0049-2AEA-84CABAC00CF8}"/>
    <pc:docChg chg="modSld">
      <pc:chgData name="SuHan Yoon" userId="ac04559c1d2074fa" providerId="Windows Live" clId="Web-{05670DD9-9A0F-0049-2AEA-84CABAC00CF8}" dt="2026-01-31T05:35:59.536" v="4" actId="20577"/>
      <pc:docMkLst>
        <pc:docMk/>
      </pc:docMkLst>
      <pc:sldChg chg="modSp">
        <pc:chgData name="SuHan Yoon" userId="ac04559c1d2074fa" providerId="Windows Live" clId="Web-{05670DD9-9A0F-0049-2AEA-84CABAC00CF8}" dt="2026-01-31T05:35:59.536" v="4" actId="20577"/>
        <pc:sldMkLst>
          <pc:docMk/>
          <pc:sldMk cId="1791567186" sldId="256"/>
        </pc:sldMkLst>
        <pc:spChg chg="mod">
          <ac:chgData name="SuHan Yoon" userId="ac04559c1d2074fa" providerId="Windows Live" clId="Web-{05670DD9-9A0F-0049-2AEA-84CABAC00CF8}" dt="2026-01-31T05:35:59.536" v="4" actId="20577"/>
          <ac:spMkLst>
            <pc:docMk/>
            <pc:sldMk cId="1791567186" sldId="256"/>
            <ac:spMk id="16" creationId="{639E1D98-0F60-93D5-7B61-23C73EA32C45}"/>
          </ac:spMkLst>
        </pc:spChg>
      </pc:sldChg>
    </pc:docChg>
  </pc:docChgLst>
  <pc:docChgLst>
    <pc:chgData name="SuHan Yoon" userId="ac04559c1d2074fa" providerId="Windows Live" clId="Web-{7FFB9B7D-3DE5-9DC6-DBE2-9E8E25E68886}"/>
    <pc:docChg chg="addSld delSld modSld sldOrd modSection">
      <pc:chgData name="SuHan Yoon" userId="ac04559c1d2074fa" providerId="Windows Live" clId="Web-{7FFB9B7D-3DE5-9DC6-DBE2-9E8E25E68886}" dt="2026-01-28T08:03:36.100" v="2161" actId="20577"/>
      <pc:docMkLst>
        <pc:docMk/>
      </pc:docMkLst>
      <pc:sldChg chg="modSp">
        <pc:chgData name="SuHan Yoon" userId="ac04559c1d2074fa" providerId="Windows Live" clId="Web-{7FFB9B7D-3DE5-9DC6-DBE2-9E8E25E68886}" dt="2026-01-28T07:49:11.294" v="2107" actId="20577"/>
        <pc:sldMkLst>
          <pc:docMk/>
          <pc:sldMk cId="2577962157" sldId="283"/>
        </pc:sldMkLst>
        <pc:spChg chg="mod">
          <ac:chgData name="SuHan Yoon" userId="ac04559c1d2074fa" providerId="Windows Live" clId="Web-{7FFB9B7D-3DE5-9DC6-DBE2-9E8E25E68886}" dt="2026-01-28T07:49:06.341" v="2105" actId="20577"/>
          <ac:spMkLst>
            <pc:docMk/>
            <pc:sldMk cId="2577962157" sldId="283"/>
            <ac:spMk id="7" creationId="{BF6A209E-7868-C67B-5D29-52B54A68B67C}"/>
          </ac:spMkLst>
        </pc:spChg>
        <pc:spChg chg="mod">
          <ac:chgData name="SuHan Yoon" userId="ac04559c1d2074fa" providerId="Windows Live" clId="Web-{7FFB9B7D-3DE5-9DC6-DBE2-9E8E25E68886}" dt="2026-01-28T07:49:11.294" v="2107" actId="20577"/>
          <ac:spMkLst>
            <pc:docMk/>
            <pc:sldMk cId="2577962157" sldId="283"/>
            <ac:spMk id="8" creationId="{B046A7F5-C94A-0DCF-8A82-76D89461556B}"/>
          </ac:spMkLst>
        </pc:spChg>
      </pc:sldChg>
      <pc:sldChg chg="modSp">
        <pc:chgData name="SuHan Yoon" userId="ac04559c1d2074fa" providerId="Windows Live" clId="Web-{7FFB9B7D-3DE5-9DC6-DBE2-9E8E25E68886}" dt="2026-01-28T07:49:24.748" v="2109" actId="20577"/>
        <pc:sldMkLst>
          <pc:docMk/>
          <pc:sldMk cId="3490631658" sldId="286"/>
        </pc:sldMkLst>
        <pc:spChg chg="mod">
          <ac:chgData name="SuHan Yoon" userId="ac04559c1d2074fa" providerId="Windows Live" clId="Web-{7FFB9B7D-3DE5-9DC6-DBE2-9E8E25E68886}" dt="2026-01-28T07:49:16.794" v="2108" actId="20577"/>
          <ac:spMkLst>
            <pc:docMk/>
            <pc:sldMk cId="3490631658" sldId="286"/>
            <ac:spMk id="6" creationId="{BE0C01D9-847D-CFEA-96E8-B8BB32DA7A20}"/>
          </ac:spMkLst>
        </pc:spChg>
        <pc:spChg chg="mod">
          <ac:chgData name="SuHan Yoon" userId="ac04559c1d2074fa" providerId="Windows Live" clId="Web-{7FFB9B7D-3DE5-9DC6-DBE2-9E8E25E68886}" dt="2026-01-28T07:49:24.748" v="2109" actId="20577"/>
          <ac:spMkLst>
            <pc:docMk/>
            <pc:sldMk cId="3490631658" sldId="286"/>
            <ac:spMk id="8" creationId="{52429775-096F-E21E-2B20-B2590F53815F}"/>
          </ac:spMkLst>
        </pc:spChg>
      </pc:sldChg>
      <pc:sldChg chg="addSp delSp modSp add replId">
        <pc:chgData name="SuHan Yoon" userId="ac04559c1d2074fa" providerId="Windows Live" clId="Web-{7FFB9B7D-3DE5-9DC6-DBE2-9E8E25E68886}" dt="2026-01-28T06:04:06.073" v="851" actId="20577"/>
        <pc:sldMkLst>
          <pc:docMk/>
          <pc:sldMk cId="621890494" sldId="303"/>
        </pc:sldMkLst>
        <pc:spChg chg="mod">
          <ac:chgData name="SuHan Yoon" userId="ac04559c1d2074fa" providerId="Windows Live" clId="Web-{7FFB9B7D-3DE5-9DC6-DBE2-9E8E25E68886}" dt="2026-01-28T06:04:06.073" v="851" actId="20577"/>
          <ac:spMkLst>
            <pc:docMk/>
            <pc:sldMk cId="621890494" sldId="303"/>
            <ac:spMk id="7" creationId="{3ADDB338-6C4E-F64F-E650-A61534AF2116}"/>
          </ac:spMkLst>
        </pc:spChg>
        <pc:spChg chg="mod">
          <ac:chgData name="SuHan Yoon" userId="ac04559c1d2074fa" providerId="Windows Live" clId="Web-{7FFB9B7D-3DE5-9DC6-DBE2-9E8E25E68886}" dt="2026-01-28T05:52:24.405" v="823" actId="14100"/>
          <ac:spMkLst>
            <pc:docMk/>
            <pc:sldMk cId="621890494" sldId="303"/>
            <ac:spMk id="8" creationId="{68DB972D-C5C9-4CC1-6094-505896DD1B56}"/>
          </ac:spMkLst>
        </pc:spChg>
        <pc:picChg chg="add mod">
          <ac:chgData name="SuHan Yoon" userId="ac04559c1d2074fa" providerId="Windows Live" clId="Web-{7FFB9B7D-3DE5-9DC6-DBE2-9E8E25E68886}" dt="2026-01-28T05:52:41.718" v="832" actId="1076"/>
          <ac:picMkLst>
            <pc:docMk/>
            <pc:sldMk cId="621890494" sldId="303"/>
            <ac:picMk id="9" creationId="{91010E90-8598-6BC3-8846-CF3016D6326B}"/>
          </ac:picMkLst>
        </pc:picChg>
        <pc:picChg chg="add mod">
          <ac:chgData name="SuHan Yoon" userId="ac04559c1d2074fa" providerId="Windows Live" clId="Web-{7FFB9B7D-3DE5-9DC6-DBE2-9E8E25E68886}" dt="2026-01-28T05:52:43.624" v="833" actId="1076"/>
          <ac:picMkLst>
            <pc:docMk/>
            <pc:sldMk cId="621890494" sldId="303"/>
            <ac:picMk id="10" creationId="{032091E8-684C-4E59-DA84-889F18454AE3}"/>
          </ac:picMkLst>
        </pc:picChg>
      </pc:sldChg>
    </pc:docChg>
  </pc:docChgLst>
  <pc:docChgLst>
    <pc:chgData name="SuHan Yoon" userId="ac04559c1d2074fa" providerId="Windows Live" clId="Web-{8F29B8F1-4C5A-3DB4-54F4-7DBBD9FCB54E}"/>
    <pc:docChg chg="sldOrd">
      <pc:chgData name="SuHan Yoon" userId="ac04559c1d2074fa" providerId="Windows Live" clId="Web-{8F29B8F1-4C5A-3DB4-54F4-7DBBD9FCB54E}" dt="2026-01-28T00:58:21.057" v="0"/>
      <pc:docMkLst>
        <pc:docMk/>
      </pc:docMkLst>
    </pc:docChg>
  </pc:docChgLst>
  <pc:docChgLst>
    <pc:chgData name="SuHan Yoon" userId="ac04559c1d2074fa" providerId="LiveId" clId="{71C09D8F-1F26-4C84-B459-87974296A018}"/>
    <pc:docChg chg="undo redo custSel addSld delSld modSld sldOrd modMainMaster modSection">
      <pc:chgData name="SuHan Yoon" userId="ac04559c1d2074fa" providerId="LiveId" clId="{71C09D8F-1F26-4C84-B459-87974296A018}" dt="2026-02-12T15:42:46.862" v="10052" actId="1076"/>
      <pc:docMkLst>
        <pc:docMk/>
      </pc:docMkLst>
      <pc:sldChg chg="addSp delSp modSp mod modClrScheme chgLayout">
        <pc:chgData name="SuHan Yoon" userId="ac04559c1d2074fa" providerId="LiveId" clId="{71C09D8F-1F26-4C84-B459-87974296A018}" dt="2026-02-12T05:13:11.073" v="988" actId="20577"/>
        <pc:sldMkLst>
          <pc:docMk/>
          <pc:sldMk cId="1791567186" sldId="256"/>
        </pc:sldMkLst>
        <pc:spChg chg="mod ord">
          <ac:chgData name="SuHan Yoon" userId="ac04559c1d2074fa" providerId="LiveId" clId="{71C09D8F-1F26-4C84-B459-87974296A018}" dt="2026-01-28T08:24:02.266" v="162" actId="14100"/>
          <ac:spMkLst>
            <pc:docMk/>
            <pc:sldMk cId="1791567186" sldId="256"/>
            <ac:spMk id="2" creationId="{FF9CB409-83FE-E1A1-A66E-341FFA5BBCCA}"/>
          </ac:spMkLst>
        </pc:spChg>
        <pc:spChg chg="mod ord">
          <ac:chgData name="SuHan Yoon" userId="ac04559c1d2074fa" providerId="LiveId" clId="{71C09D8F-1F26-4C84-B459-87974296A018}" dt="2026-02-12T05:13:11.073" v="988" actId="20577"/>
          <ac:spMkLst>
            <pc:docMk/>
            <pc:sldMk cId="1791567186" sldId="256"/>
            <ac:spMk id="3" creationId="{73838FAB-BBB1-95EF-2074-29F58AC85542}"/>
          </ac:spMkLst>
        </pc:spChg>
        <pc:spChg chg="mod ord">
          <ac:chgData name="SuHan Yoon" userId="ac04559c1d2074fa" providerId="LiveId" clId="{71C09D8F-1F26-4C84-B459-87974296A018}" dt="2026-01-28T08:21:00.638" v="118" actId="700"/>
          <ac:spMkLst>
            <pc:docMk/>
            <pc:sldMk cId="1791567186" sldId="256"/>
            <ac:spMk id="5" creationId="{6A27268F-36A1-5B2F-628B-80342C3A277C}"/>
          </ac:spMkLst>
        </pc:spChg>
        <pc:spChg chg="add mod">
          <ac:chgData name="SuHan Yoon" userId="ac04559c1d2074fa" providerId="LiveId" clId="{71C09D8F-1F26-4C84-B459-87974296A018}" dt="2026-01-28T08:25:09.161" v="271" actId="1076"/>
          <ac:spMkLst>
            <pc:docMk/>
            <pc:sldMk cId="1791567186" sldId="256"/>
            <ac:spMk id="16" creationId="{639E1D98-0F60-93D5-7B61-23C73EA32C45}"/>
          </ac:spMkLst>
        </pc:spChg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0" sldId="260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958847738" sldId="261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757931177" sldId="262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068160880" sldId="263"/>
        </pc:sldMkLst>
      </pc:sldChg>
      <pc:sldChg chg="modSp add del mod">
        <pc:chgData name="SuHan Yoon" userId="ac04559c1d2074fa" providerId="LiveId" clId="{71C09D8F-1F26-4C84-B459-87974296A018}" dt="2026-02-12T10:04:31.571" v="4028" actId="47"/>
        <pc:sldMkLst>
          <pc:docMk/>
          <pc:sldMk cId="380108953" sldId="264"/>
        </pc:sldMkLst>
        <pc:spChg chg="mod">
          <ac:chgData name="SuHan Yoon" userId="ac04559c1d2074fa" providerId="LiveId" clId="{71C09D8F-1F26-4C84-B459-87974296A018}" dt="2026-02-12T05:09:25.107" v="974" actId="255"/>
          <ac:spMkLst>
            <pc:docMk/>
            <pc:sldMk cId="380108953" sldId="264"/>
            <ac:spMk id="7" creationId="{4DE90103-D66D-8AAE-2CCE-E5BBEACE120A}"/>
          </ac:spMkLst>
        </pc:spChg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580717296" sldId="265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3924593160" sldId="266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236078633" sldId="267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3470245295" sldId="268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317543639" sldId="269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348174173" sldId="270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3218382408" sldId="271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534989654" sldId="272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638288765" sldId="273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922898318" sldId="274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4270467962" sldId="275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1194623450" sldId="276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715476052" sldId="277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4021939523" sldId="279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806047401" sldId="280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2797412835" sldId="281"/>
        </pc:sldMkLst>
      </pc:sldChg>
      <pc:sldChg chg="add del">
        <pc:chgData name="SuHan Yoon" userId="ac04559c1d2074fa" providerId="LiveId" clId="{71C09D8F-1F26-4C84-B459-87974296A018}" dt="2026-02-12T10:04:31.571" v="4028" actId="47"/>
        <pc:sldMkLst>
          <pc:docMk/>
          <pc:sldMk cId="711258321" sldId="282"/>
        </pc:sldMkLst>
      </pc:sldChg>
      <pc:sldChg chg="addSp delSp modSp mod ord">
        <pc:chgData name="SuHan Yoon" userId="ac04559c1d2074fa" providerId="LiveId" clId="{71C09D8F-1F26-4C84-B459-87974296A018}" dt="2026-02-12T09:54:49.533" v="2216"/>
        <pc:sldMkLst>
          <pc:docMk/>
          <pc:sldMk cId="2577962157" sldId="283"/>
        </pc:sldMkLst>
        <pc:spChg chg="mod">
          <ac:chgData name="SuHan Yoon" userId="ac04559c1d2074fa" providerId="LiveId" clId="{71C09D8F-1F26-4C84-B459-87974296A018}" dt="2026-02-12T05:19:55.988" v="1707" actId="20577"/>
          <ac:spMkLst>
            <pc:docMk/>
            <pc:sldMk cId="2577962157" sldId="283"/>
            <ac:spMk id="8" creationId="{B046A7F5-C94A-0DCF-8A82-76D89461556B}"/>
          </ac:spMkLst>
        </pc:spChg>
        <pc:graphicFrameChg chg="add mod">
          <ac:chgData name="SuHan Yoon" userId="ac04559c1d2074fa" providerId="LiveId" clId="{71C09D8F-1F26-4C84-B459-87974296A018}" dt="2026-02-12T05:15:00.445" v="1008"/>
          <ac:graphicFrameMkLst>
            <pc:docMk/>
            <pc:sldMk cId="2577962157" sldId="283"/>
            <ac:graphicFrameMk id="2" creationId="{0F96DC03-DC1D-8389-8A39-CA0CD19855EB}"/>
          </ac:graphicFrameMkLst>
        </pc:graphicFrameChg>
      </pc:sldChg>
      <pc:sldChg chg="addSp delSp modSp mod ord">
        <pc:chgData name="SuHan Yoon" userId="ac04559c1d2074fa" providerId="LiveId" clId="{71C09D8F-1F26-4C84-B459-87974296A018}" dt="2026-02-12T15:10:55.261" v="9265" actId="478"/>
        <pc:sldMkLst>
          <pc:docMk/>
          <pc:sldMk cId="3490631658" sldId="286"/>
        </pc:sldMkLst>
        <pc:spChg chg="del">
          <ac:chgData name="SuHan Yoon" userId="ac04559c1d2074fa" providerId="LiveId" clId="{71C09D8F-1F26-4C84-B459-87974296A018}" dt="2026-02-12T09:56:02.714" v="2229" actId="478"/>
          <ac:spMkLst>
            <pc:docMk/>
            <pc:sldMk cId="3490631658" sldId="286"/>
            <ac:spMk id="2" creationId="{4B1D8481-2C5D-CAC8-B72F-829E0863D5DB}"/>
          </ac:spMkLst>
        </pc:spChg>
        <pc:spChg chg="mod">
          <ac:chgData name="SuHan Yoon" userId="ac04559c1d2074fa" providerId="LiveId" clId="{71C09D8F-1F26-4C84-B459-87974296A018}" dt="2026-02-12T09:55:08.459" v="2224" actId="113"/>
          <ac:spMkLst>
            <pc:docMk/>
            <pc:sldMk cId="3490631658" sldId="286"/>
            <ac:spMk id="6" creationId="{BE0C01D9-847D-CFEA-96E8-B8BB32DA7A20}"/>
          </ac:spMkLst>
        </pc:spChg>
        <pc:spChg chg="mod">
          <ac:chgData name="SuHan Yoon" userId="ac04559c1d2074fa" providerId="LiveId" clId="{71C09D8F-1F26-4C84-B459-87974296A018}" dt="2026-02-12T14:08:00.934" v="5802" actId="20577"/>
          <ac:spMkLst>
            <pc:docMk/>
            <pc:sldMk cId="3490631658" sldId="286"/>
            <ac:spMk id="7" creationId="{C8838EA9-3812-9669-C1AA-1B9A2C87F773}"/>
          </ac:spMkLst>
        </pc:spChg>
        <pc:spChg chg="mod">
          <ac:chgData name="SuHan Yoon" userId="ac04559c1d2074fa" providerId="LiveId" clId="{71C09D8F-1F26-4C84-B459-87974296A018}" dt="2026-02-12T14:16:38.067" v="6453" actId="20577"/>
          <ac:spMkLst>
            <pc:docMk/>
            <pc:sldMk cId="3490631658" sldId="286"/>
            <ac:spMk id="8" creationId="{52429775-096F-E21E-2B20-B2590F53815F}"/>
          </ac:spMkLst>
        </pc:spChg>
        <pc:spChg chg="del mod">
          <ac:chgData name="SuHan Yoon" userId="ac04559c1d2074fa" providerId="LiveId" clId="{71C09D8F-1F26-4C84-B459-87974296A018}" dt="2026-02-12T09:56:02.055" v="2228" actId="478"/>
          <ac:spMkLst>
            <pc:docMk/>
            <pc:sldMk cId="3490631658" sldId="286"/>
            <ac:spMk id="9" creationId="{E8C319B7-9052-9C8F-2875-12BF791F84E9}"/>
          </ac:spMkLst>
        </pc:spChg>
        <pc:spChg chg="add del mod">
          <ac:chgData name="SuHan Yoon" userId="ac04559c1d2074fa" providerId="LiveId" clId="{71C09D8F-1F26-4C84-B459-87974296A018}" dt="2026-02-12T15:10:55.261" v="9265" actId="478"/>
          <ac:spMkLst>
            <pc:docMk/>
            <pc:sldMk cId="3490631658" sldId="286"/>
            <ac:spMk id="10" creationId="{9956ABAE-215F-075C-07B6-63CDD614A05E}"/>
          </ac:spMkLst>
        </pc:spChg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1514781967" sldId="287"/>
        </pc:sldMkLst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126243375" sldId="289"/>
        </pc:sldMkLst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3606034803" sldId="290"/>
        </pc:sldMkLst>
      </pc:sldChg>
      <pc:sldChg chg="delSp modSp del mod ord">
        <pc:chgData name="SuHan Yoon" userId="ac04559c1d2074fa" providerId="LiveId" clId="{71C09D8F-1F26-4C84-B459-87974296A018}" dt="2026-02-12T10:04:31.571" v="4028" actId="47"/>
        <pc:sldMkLst>
          <pc:docMk/>
          <pc:sldMk cId="2894697529" sldId="295"/>
        </pc:sldMkLst>
      </pc:sldChg>
      <pc:sldChg chg="delSp modSp del mod">
        <pc:chgData name="SuHan Yoon" userId="ac04559c1d2074fa" providerId="LiveId" clId="{71C09D8F-1F26-4C84-B459-87974296A018}" dt="2026-02-12T10:04:31.571" v="4028" actId="47"/>
        <pc:sldMkLst>
          <pc:docMk/>
          <pc:sldMk cId="1119731098" sldId="296"/>
        </pc:sldMkLst>
      </pc:sldChg>
      <pc:sldChg chg="delSp modSp del mod">
        <pc:chgData name="SuHan Yoon" userId="ac04559c1d2074fa" providerId="LiveId" clId="{71C09D8F-1F26-4C84-B459-87974296A018}" dt="2026-02-12T10:04:31.571" v="4028" actId="47"/>
        <pc:sldMkLst>
          <pc:docMk/>
          <pc:sldMk cId="1517105029" sldId="297"/>
        </pc:sldMkLst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3708594889" sldId="298"/>
        </pc:sldMkLst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2935397852" sldId="302"/>
        </pc:sldMkLst>
      </pc:sldChg>
      <pc:sldChg chg="delSp modSp mod ord">
        <pc:chgData name="SuHan Yoon" userId="ac04559c1d2074fa" providerId="LiveId" clId="{71C09D8F-1F26-4C84-B459-87974296A018}" dt="2026-02-12T15:10:36.811" v="9258" actId="478"/>
        <pc:sldMkLst>
          <pc:docMk/>
          <pc:sldMk cId="621890494" sldId="303"/>
        </pc:sldMkLst>
        <pc:spChg chg="del mod">
          <ac:chgData name="SuHan Yoon" userId="ac04559c1d2074fa" providerId="LiveId" clId="{71C09D8F-1F26-4C84-B459-87974296A018}" dt="2026-02-12T15:10:36.811" v="9258" actId="478"/>
          <ac:spMkLst>
            <pc:docMk/>
            <pc:sldMk cId="621890494" sldId="303"/>
            <ac:spMk id="5" creationId="{02BA83C6-42F2-C544-76FA-78A5D4CBD857}"/>
          </ac:spMkLst>
        </pc:spChg>
        <pc:spChg chg="mod">
          <ac:chgData name="SuHan Yoon" userId="ac04559c1d2074fa" providerId="LiveId" clId="{71C09D8F-1F26-4C84-B459-87974296A018}" dt="2026-02-12T09:54:55.597" v="2220" actId="27636"/>
          <ac:spMkLst>
            <pc:docMk/>
            <pc:sldMk cId="621890494" sldId="303"/>
            <ac:spMk id="6" creationId="{7324DCE7-C3F4-E5C8-F598-6D86E30D9A05}"/>
          </ac:spMkLst>
        </pc:spChg>
        <pc:spChg chg="mod">
          <ac:chgData name="SuHan Yoon" userId="ac04559c1d2074fa" providerId="LiveId" clId="{71C09D8F-1F26-4C84-B459-87974296A018}" dt="2026-02-12T09:47:07.103" v="1850" actId="20577"/>
          <ac:spMkLst>
            <pc:docMk/>
            <pc:sldMk cId="621890494" sldId="303"/>
            <ac:spMk id="7" creationId="{3ADDB338-6C4E-F64F-E650-A61534AF2116}"/>
          </ac:spMkLst>
        </pc:spChg>
        <pc:spChg chg="mod">
          <ac:chgData name="SuHan Yoon" userId="ac04559c1d2074fa" providerId="LiveId" clId="{71C09D8F-1F26-4C84-B459-87974296A018}" dt="2026-02-12T15:08:34.889" v="9248" actId="27636"/>
          <ac:spMkLst>
            <pc:docMk/>
            <pc:sldMk cId="621890494" sldId="303"/>
            <ac:spMk id="8" creationId="{68DB972D-C5C9-4CC1-6094-505896DD1B56}"/>
          </ac:spMkLst>
        </pc:spChg>
        <pc:picChg chg="mod">
          <ac:chgData name="SuHan Yoon" userId="ac04559c1d2074fa" providerId="LiveId" clId="{71C09D8F-1F26-4C84-B459-87974296A018}" dt="2026-02-12T15:08:53.245" v="9257" actId="1076"/>
          <ac:picMkLst>
            <pc:docMk/>
            <pc:sldMk cId="621890494" sldId="303"/>
            <ac:picMk id="9" creationId="{91010E90-8598-6BC3-8846-CF3016D6326B}"/>
          </ac:picMkLst>
        </pc:picChg>
        <pc:picChg chg="mod">
          <ac:chgData name="SuHan Yoon" userId="ac04559c1d2074fa" providerId="LiveId" clId="{71C09D8F-1F26-4C84-B459-87974296A018}" dt="2026-02-12T15:08:43.644" v="9253" actId="1076"/>
          <ac:picMkLst>
            <pc:docMk/>
            <pc:sldMk cId="621890494" sldId="303"/>
            <ac:picMk id="10" creationId="{032091E8-684C-4E59-DA84-889F18454AE3}"/>
          </ac:picMkLst>
        </pc:picChg>
      </pc:sldChg>
      <pc:sldChg chg="delSp modSp del mod">
        <pc:chgData name="SuHan Yoon" userId="ac04559c1d2074fa" providerId="LiveId" clId="{71C09D8F-1F26-4C84-B459-87974296A018}" dt="2026-02-12T10:04:31.571" v="4028" actId="47"/>
        <pc:sldMkLst>
          <pc:docMk/>
          <pc:sldMk cId="1093365732" sldId="304"/>
        </pc:sldMkLst>
      </pc:sldChg>
      <pc:sldChg chg="addSp delSp modSp del mod">
        <pc:chgData name="SuHan Yoon" userId="ac04559c1d2074fa" providerId="LiveId" clId="{71C09D8F-1F26-4C84-B459-87974296A018}" dt="2026-02-12T10:04:31.571" v="4028" actId="47"/>
        <pc:sldMkLst>
          <pc:docMk/>
          <pc:sldMk cId="3293172441" sldId="306"/>
        </pc:sldMkLst>
      </pc:sldChg>
      <pc:sldChg chg="delSp modSp del mod">
        <pc:chgData name="SuHan Yoon" userId="ac04559c1d2074fa" providerId="LiveId" clId="{71C09D8F-1F26-4C84-B459-87974296A018}" dt="2026-02-12T10:04:31.571" v="4028" actId="47"/>
        <pc:sldMkLst>
          <pc:docMk/>
          <pc:sldMk cId="114242573" sldId="307"/>
        </pc:sldMkLst>
      </pc:sldChg>
      <pc:sldChg chg="delSp modSp add del mod">
        <pc:chgData name="SuHan Yoon" userId="ac04559c1d2074fa" providerId="LiveId" clId="{71C09D8F-1F26-4C84-B459-87974296A018}" dt="2026-02-12T13:28:47.835" v="5269" actId="47"/>
        <pc:sldMkLst>
          <pc:docMk/>
          <pc:sldMk cId="173320544" sldId="308"/>
        </pc:sldMkLst>
        <pc:spChg chg="mod">
          <ac:chgData name="SuHan Yoon" userId="ac04559c1d2074fa" providerId="LiveId" clId="{71C09D8F-1F26-4C84-B459-87974296A018}" dt="2026-02-12T09:52:52.651" v="2214" actId="20577"/>
          <ac:spMkLst>
            <pc:docMk/>
            <pc:sldMk cId="173320544" sldId="308"/>
            <ac:spMk id="7" creationId="{D7C30339-7BCC-0BF6-B0F8-005AA16C7D91}"/>
          </ac:spMkLst>
        </pc:spChg>
        <pc:picChg chg="del">
          <ac:chgData name="SuHan Yoon" userId="ac04559c1d2074fa" providerId="LiveId" clId="{71C09D8F-1F26-4C84-B459-87974296A018}" dt="2026-02-12T09:48:20.031" v="1883" actId="478"/>
          <ac:picMkLst>
            <pc:docMk/>
            <pc:sldMk cId="173320544" sldId="308"/>
            <ac:picMk id="9" creationId="{8A51662D-6F69-220D-2572-86574590B725}"/>
          </ac:picMkLst>
        </pc:picChg>
        <pc:picChg chg="del">
          <ac:chgData name="SuHan Yoon" userId="ac04559c1d2074fa" providerId="LiveId" clId="{71C09D8F-1F26-4C84-B459-87974296A018}" dt="2026-02-12T09:48:20.316" v="1884" actId="478"/>
          <ac:picMkLst>
            <pc:docMk/>
            <pc:sldMk cId="173320544" sldId="308"/>
            <ac:picMk id="10" creationId="{9AEAAD43-5608-25D1-56DE-08E913F57ACE}"/>
          </ac:picMkLst>
        </pc:picChg>
      </pc:sldChg>
      <pc:sldChg chg="delSp modSp add del mod">
        <pc:chgData name="SuHan Yoon" userId="ac04559c1d2074fa" providerId="LiveId" clId="{71C09D8F-1F26-4C84-B459-87974296A018}" dt="2026-02-12T15:18:36.242" v="9356" actId="27636"/>
        <pc:sldMkLst>
          <pc:docMk/>
          <pc:sldMk cId="437479500" sldId="309"/>
        </pc:sldMkLst>
        <pc:spChg chg="del">
          <ac:chgData name="SuHan Yoon" userId="ac04559c1d2074fa" providerId="LiveId" clId="{71C09D8F-1F26-4C84-B459-87974296A018}" dt="2026-02-12T15:10:38.701" v="9259" actId="478"/>
          <ac:spMkLst>
            <pc:docMk/>
            <pc:sldMk cId="437479500" sldId="309"/>
            <ac:spMk id="5" creationId="{D784E15F-EB20-0AEC-4E76-C7085E0514DF}"/>
          </ac:spMkLst>
        </pc:spChg>
        <pc:spChg chg="mod">
          <ac:chgData name="SuHan Yoon" userId="ac04559c1d2074fa" providerId="LiveId" clId="{71C09D8F-1F26-4C84-B459-87974296A018}" dt="2026-02-12T09:54:59.883" v="2221"/>
          <ac:spMkLst>
            <pc:docMk/>
            <pc:sldMk cId="437479500" sldId="309"/>
            <ac:spMk id="6" creationId="{8DD7B8E6-D0D9-ECA0-4742-EFD5EB5ABFC0}"/>
          </ac:spMkLst>
        </pc:spChg>
        <pc:spChg chg="mod">
          <ac:chgData name="SuHan Yoon" userId="ac04559c1d2074fa" providerId="LiveId" clId="{71C09D8F-1F26-4C84-B459-87974296A018}" dt="2026-02-12T09:52:00.602" v="1929" actId="20577"/>
          <ac:spMkLst>
            <pc:docMk/>
            <pc:sldMk cId="437479500" sldId="309"/>
            <ac:spMk id="7" creationId="{666C208F-01B6-0083-2D7E-E4CC038C83C9}"/>
          </ac:spMkLst>
        </pc:spChg>
        <pc:spChg chg="mod">
          <ac:chgData name="SuHan Yoon" userId="ac04559c1d2074fa" providerId="LiveId" clId="{71C09D8F-1F26-4C84-B459-87974296A018}" dt="2026-02-12T15:18:36.242" v="9356" actId="27636"/>
          <ac:spMkLst>
            <pc:docMk/>
            <pc:sldMk cId="437479500" sldId="309"/>
            <ac:spMk id="8" creationId="{AF96A41F-C0BF-9B7A-CB29-A2B84A3334DF}"/>
          </ac:spMkLst>
        </pc:spChg>
        <pc:picChg chg="del">
          <ac:chgData name="SuHan Yoon" userId="ac04559c1d2074fa" providerId="LiveId" clId="{71C09D8F-1F26-4C84-B459-87974296A018}" dt="2026-02-12T09:52:03.398" v="1930" actId="478"/>
          <ac:picMkLst>
            <pc:docMk/>
            <pc:sldMk cId="437479500" sldId="309"/>
            <ac:picMk id="9" creationId="{3315B3A7-477B-EB48-B0EA-1B912DE6992D}"/>
          </ac:picMkLst>
        </pc:picChg>
        <pc:picChg chg="del mod">
          <ac:chgData name="SuHan Yoon" userId="ac04559c1d2074fa" providerId="LiveId" clId="{71C09D8F-1F26-4C84-B459-87974296A018}" dt="2026-02-12T09:52:03.710" v="1932" actId="478"/>
          <ac:picMkLst>
            <pc:docMk/>
            <pc:sldMk cId="437479500" sldId="309"/>
            <ac:picMk id="10" creationId="{7D047F87-9D10-8347-44E3-7330B4A1A563}"/>
          </ac:picMkLst>
        </pc:picChg>
      </pc:sldChg>
      <pc:sldChg chg="modSp add del mod">
        <pc:chgData name="SuHan Yoon" userId="ac04559c1d2074fa" providerId="LiveId" clId="{71C09D8F-1F26-4C84-B459-87974296A018}" dt="2026-02-12T10:04:31.571" v="4028" actId="47"/>
        <pc:sldMkLst>
          <pc:docMk/>
          <pc:sldMk cId="437989094" sldId="310"/>
        </pc:sldMkLst>
        <pc:spChg chg="mod">
          <ac:chgData name="SuHan Yoon" userId="ac04559c1d2074fa" providerId="LiveId" clId="{71C09D8F-1F26-4C84-B459-87974296A018}" dt="2026-02-12T10:00:36.170" v="3614" actId="20577"/>
          <ac:spMkLst>
            <pc:docMk/>
            <pc:sldMk cId="437989094" sldId="310"/>
            <ac:spMk id="8" creationId="{1C4BA2CF-6718-01F3-C67A-E69E7113D74D}"/>
          </ac:spMkLst>
        </pc:spChg>
      </pc:sldChg>
      <pc:sldChg chg="addSp modSp add del mod">
        <pc:chgData name="SuHan Yoon" userId="ac04559c1d2074fa" providerId="LiveId" clId="{71C09D8F-1F26-4C84-B459-87974296A018}" dt="2026-02-12T14:16:45.890" v="6454" actId="47"/>
        <pc:sldMkLst>
          <pc:docMk/>
          <pc:sldMk cId="2860748049" sldId="311"/>
        </pc:sldMkLst>
        <pc:spChg chg="mod">
          <ac:chgData name="SuHan Yoon" userId="ac04559c1d2074fa" providerId="LiveId" clId="{71C09D8F-1F26-4C84-B459-87974296A018}" dt="2026-02-12T10:00:54.567" v="3691" actId="5793"/>
          <ac:spMkLst>
            <pc:docMk/>
            <pc:sldMk cId="2860748049" sldId="311"/>
            <ac:spMk id="8" creationId="{91344F36-B7C6-4D6B-67B1-557423AE2982}"/>
          </ac:spMkLst>
        </pc:spChg>
        <pc:picChg chg="add mod">
          <ac:chgData name="SuHan Yoon" userId="ac04559c1d2074fa" providerId="LiveId" clId="{71C09D8F-1F26-4C84-B459-87974296A018}" dt="2026-02-12T10:03:27.379" v="3966" actId="1076"/>
          <ac:picMkLst>
            <pc:docMk/>
            <pc:sldMk cId="2860748049" sldId="311"/>
            <ac:picMk id="3" creationId="{5C21F93A-4C7A-2470-9A3D-1F3378B05B67}"/>
          </ac:picMkLst>
        </pc:picChg>
      </pc:sldChg>
      <pc:sldChg chg="addSp delSp modSp add mod">
        <pc:chgData name="SuHan Yoon" userId="ac04559c1d2074fa" providerId="LiveId" clId="{71C09D8F-1F26-4C84-B459-87974296A018}" dt="2026-02-12T15:42:29.315" v="10049" actId="20577"/>
        <pc:sldMkLst>
          <pc:docMk/>
          <pc:sldMk cId="1446764594" sldId="312"/>
        </pc:sldMkLst>
        <pc:spChg chg="mod">
          <ac:chgData name="SuHan Yoon" userId="ac04559c1d2074fa" providerId="LiveId" clId="{71C09D8F-1F26-4C84-B459-87974296A018}" dt="2026-02-12T15:37:27.728" v="9944" actId="255"/>
          <ac:spMkLst>
            <pc:docMk/>
            <pc:sldMk cId="1446764594" sldId="312"/>
            <ac:spMk id="7" creationId="{1062E069-7DA1-883E-94AE-E3A72A79D45C}"/>
          </ac:spMkLst>
        </pc:spChg>
        <pc:spChg chg="mod">
          <ac:chgData name="SuHan Yoon" userId="ac04559c1d2074fa" providerId="LiveId" clId="{71C09D8F-1F26-4C84-B459-87974296A018}" dt="2026-02-12T15:42:29.315" v="10049" actId="20577"/>
          <ac:spMkLst>
            <pc:docMk/>
            <pc:sldMk cId="1446764594" sldId="312"/>
            <ac:spMk id="8" creationId="{A1C7AB07-3CBE-5C53-9436-C7AF9BE1CADA}"/>
          </ac:spMkLst>
        </pc:spChg>
        <pc:spChg chg="del">
          <ac:chgData name="SuHan Yoon" userId="ac04559c1d2074fa" providerId="LiveId" clId="{71C09D8F-1F26-4C84-B459-87974296A018}" dt="2026-02-12T15:11:00.963" v="9267" actId="478"/>
          <ac:spMkLst>
            <pc:docMk/>
            <pc:sldMk cId="1446764594" sldId="312"/>
            <ac:spMk id="10" creationId="{27D05E3C-15B4-A8DF-734D-2A36F91EE82E}"/>
          </ac:spMkLst>
        </pc:spChg>
        <pc:picChg chg="add mod">
          <ac:chgData name="SuHan Yoon" userId="ac04559c1d2074fa" providerId="LiveId" clId="{71C09D8F-1F26-4C84-B459-87974296A018}" dt="2026-02-12T10:04:01.191" v="3975" actId="14100"/>
          <ac:picMkLst>
            <pc:docMk/>
            <pc:sldMk cId="1446764594" sldId="312"/>
            <ac:picMk id="1026" creationId="{55CF3E8A-B8E6-86B0-E96D-102BD7C46637}"/>
          </ac:picMkLst>
        </pc:picChg>
        <pc:picChg chg="add mod">
          <ac:chgData name="SuHan Yoon" userId="ac04559c1d2074fa" providerId="LiveId" clId="{71C09D8F-1F26-4C84-B459-87974296A018}" dt="2026-02-12T10:04:07.311" v="3980" actId="14100"/>
          <ac:picMkLst>
            <pc:docMk/>
            <pc:sldMk cId="1446764594" sldId="312"/>
            <ac:picMk id="1028" creationId="{554B13BF-403A-8402-B361-635D316352C9}"/>
          </ac:picMkLst>
        </pc:picChg>
        <pc:picChg chg="add mod">
          <ac:chgData name="SuHan Yoon" userId="ac04559c1d2074fa" providerId="LiveId" clId="{71C09D8F-1F26-4C84-B459-87974296A018}" dt="2026-02-12T15:39:26.456" v="9971" actId="1076"/>
          <ac:picMkLst>
            <pc:docMk/>
            <pc:sldMk cId="1446764594" sldId="312"/>
            <ac:picMk id="1030" creationId="{7838C597-A48B-2744-D348-56C39F58F122}"/>
          </ac:picMkLst>
        </pc:picChg>
      </pc:sldChg>
      <pc:sldChg chg="add del">
        <pc:chgData name="SuHan Yoon" userId="ac04559c1d2074fa" providerId="LiveId" clId="{71C09D8F-1F26-4C84-B459-87974296A018}" dt="2026-02-12T13:28:41.711" v="5268" actId="47"/>
        <pc:sldMkLst>
          <pc:docMk/>
          <pc:sldMk cId="470380831" sldId="313"/>
        </pc:sldMkLst>
      </pc:sldChg>
      <pc:sldChg chg="delSp modSp add del mod">
        <pc:chgData name="SuHan Yoon" userId="ac04559c1d2074fa" providerId="LiveId" clId="{71C09D8F-1F26-4C84-B459-87974296A018}" dt="2026-02-12T10:04:31.571" v="4028" actId="47"/>
        <pc:sldMkLst>
          <pc:docMk/>
          <pc:sldMk cId="1224119678" sldId="313"/>
        </pc:sldMkLst>
        <pc:spChg chg="mod">
          <ac:chgData name="SuHan Yoon" userId="ac04559c1d2074fa" providerId="LiveId" clId="{71C09D8F-1F26-4C84-B459-87974296A018}" dt="2026-02-12T10:04:26.118" v="4027" actId="5793"/>
          <ac:spMkLst>
            <pc:docMk/>
            <pc:sldMk cId="1224119678" sldId="313"/>
            <ac:spMk id="8" creationId="{5044473F-8A03-46AB-5C0D-70F2DC18A64B}"/>
          </ac:spMkLst>
        </pc:spChg>
        <pc:picChg chg="del">
          <ac:chgData name="SuHan Yoon" userId="ac04559c1d2074fa" providerId="LiveId" clId="{71C09D8F-1F26-4C84-B459-87974296A018}" dt="2026-02-12T10:04:19.947" v="3987" actId="478"/>
          <ac:picMkLst>
            <pc:docMk/>
            <pc:sldMk cId="1224119678" sldId="313"/>
            <ac:picMk id="1030" creationId="{F618A058-CFF3-2F2F-8357-5B4DE3497541}"/>
          </ac:picMkLst>
        </pc:picChg>
      </pc:sldChg>
      <pc:sldChg chg="add del">
        <pc:chgData name="SuHan Yoon" userId="ac04559c1d2074fa" providerId="LiveId" clId="{71C09D8F-1F26-4C84-B459-87974296A018}" dt="2026-02-12T13:28:47.835" v="5269" actId="47"/>
        <pc:sldMkLst>
          <pc:docMk/>
          <pc:sldMk cId="3326566440" sldId="314"/>
        </pc:sldMkLst>
      </pc:sldChg>
      <pc:sldChg chg="addSp delSp modSp add mod">
        <pc:chgData name="SuHan Yoon" userId="ac04559c1d2074fa" providerId="LiveId" clId="{71C09D8F-1F26-4C84-B459-87974296A018}" dt="2026-02-12T15:28:58.603" v="9474" actId="20577"/>
        <pc:sldMkLst>
          <pc:docMk/>
          <pc:sldMk cId="1848607565" sldId="315"/>
        </pc:sldMkLst>
        <pc:spChg chg="add mod">
          <ac:chgData name="SuHan Yoon" userId="ac04559c1d2074fa" providerId="LiveId" clId="{71C09D8F-1F26-4C84-B459-87974296A018}" dt="2026-02-12T13:49:07.507" v="5663" actId="1076"/>
          <ac:spMkLst>
            <pc:docMk/>
            <pc:sldMk cId="1848607565" sldId="315"/>
            <ac:spMk id="2" creationId="{ACDC65B1-034C-E558-9BE9-7BDE25653323}"/>
          </ac:spMkLst>
        </pc:spChg>
        <pc:spChg chg="add mod">
          <ac:chgData name="SuHan Yoon" userId="ac04559c1d2074fa" providerId="LiveId" clId="{71C09D8F-1F26-4C84-B459-87974296A018}" dt="2026-02-12T15:18:13.871" v="9354" actId="12"/>
          <ac:spMkLst>
            <pc:docMk/>
            <pc:sldMk cId="1848607565" sldId="315"/>
            <ac:spMk id="2" creationId="{E988FFEE-73DD-30CA-B614-993EFE459C50}"/>
          </ac:spMkLst>
        </pc:spChg>
        <pc:spChg chg="del">
          <ac:chgData name="SuHan Yoon" userId="ac04559c1d2074fa" providerId="LiveId" clId="{71C09D8F-1F26-4C84-B459-87974296A018}" dt="2026-02-12T15:10:40.534" v="9260" actId="478"/>
          <ac:spMkLst>
            <pc:docMk/>
            <pc:sldMk cId="1848607565" sldId="315"/>
            <ac:spMk id="5" creationId="{A276E0B4-FCB4-AF08-2111-E222730585F7}"/>
          </ac:spMkLst>
        </pc:spChg>
        <pc:spChg chg="mod">
          <ac:chgData name="SuHan Yoon" userId="ac04559c1d2074fa" providerId="LiveId" clId="{71C09D8F-1F26-4C84-B459-87974296A018}" dt="2026-02-12T15:12:23.569" v="9269" actId="255"/>
          <ac:spMkLst>
            <pc:docMk/>
            <pc:sldMk cId="1848607565" sldId="315"/>
            <ac:spMk id="7" creationId="{121FE052-B08C-EA85-961E-7A5F10C8BA12}"/>
          </ac:spMkLst>
        </pc:spChg>
        <pc:spChg chg="del mod">
          <ac:chgData name="SuHan Yoon" userId="ac04559c1d2074fa" providerId="LiveId" clId="{71C09D8F-1F26-4C84-B459-87974296A018}" dt="2026-02-12T13:28:13.706" v="5267" actId="478"/>
          <ac:spMkLst>
            <pc:docMk/>
            <pc:sldMk cId="1848607565" sldId="315"/>
            <ac:spMk id="8" creationId="{36E769BC-254A-4214-728E-B2FDC9709238}"/>
          </ac:spMkLst>
        </pc:spChg>
        <pc:spChg chg="add del mod">
          <ac:chgData name="SuHan Yoon" userId="ac04559c1d2074fa" providerId="LiveId" clId="{71C09D8F-1F26-4C84-B459-87974296A018}" dt="2026-02-12T15:28:58.603" v="9474" actId="20577"/>
          <ac:spMkLst>
            <pc:docMk/>
            <pc:sldMk cId="1848607565" sldId="315"/>
            <ac:spMk id="8" creationId="{B6329F56-520D-ED4D-55B0-DE977A77CA4B}"/>
          </ac:spMkLst>
        </pc:spChg>
        <pc:spChg chg="add mod">
          <ac:chgData name="SuHan Yoon" userId="ac04559c1d2074fa" providerId="LiveId" clId="{71C09D8F-1F26-4C84-B459-87974296A018}" dt="2026-02-12T15:15:48.141" v="9343" actId="255"/>
          <ac:spMkLst>
            <pc:docMk/>
            <pc:sldMk cId="1848607565" sldId="315"/>
            <ac:spMk id="9" creationId="{BB7DCEE8-702B-67DE-9678-2B92EC776FAA}"/>
          </ac:spMkLst>
        </pc:spChg>
        <pc:spChg chg="add mod">
          <ac:chgData name="SuHan Yoon" userId="ac04559c1d2074fa" providerId="LiveId" clId="{71C09D8F-1F26-4C84-B459-87974296A018}" dt="2026-02-12T15:13:10.408" v="9293"/>
          <ac:spMkLst>
            <pc:docMk/>
            <pc:sldMk cId="1848607565" sldId="315"/>
            <ac:spMk id="10" creationId="{A2066122-FBE2-6789-8EEE-9CCE56AFA880}"/>
          </ac:spMkLst>
        </pc:spChg>
        <pc:spChg chg="add mod">
          <ac:chgData name="SuHan Yoon" userId="ac04559c1d2074fa" providerId="LiveId" clId="{71C09D8F-1F26-4C84-B459-87974296A018}" dt="2026-02-12T15:14:02.583" v="9309" actId="207"/>
          <ac:spMkLst>
            <pc:docMk/>
            <pc:sldMk cId="1848607565" sldId="315"/>
            <ac:spMk id="11" creationId="{D710830D-5863-9573-9400-0A5DAEAAFC9C}"/>
          </ac:spMkLst>
        </pc:spChg>
        <pc:spChg chg="add mod">
          <ac:chgData name="SuHan Yoon" userId="ac04559c1d2074fa" providerId="LiveId" clId="{71C09D8F-1F26-4C84-B459-87974296A018}" dt="2026-02-12T15:15:22.165" v="9336" actId="1076"/>
          <ac:spMkLst>
            <pc:docMk/>
            <pc:sldMk cId="1848607565" sldId="315"/>
            <ac:spMk id="12" creationId="{C1CF4230-243F-E86A-80E5-19FABE171501}"/>
          </ac:spMkLst>
        </pc:spChg>
        <pc:spChg chg="add mod">
          <ac:chgData name="SuHan Yoon" userId="ac04559c1d2074fa" providerId="LiveId" clId="{71C09D8F-1F26-4C84-B459-87974296A018}" dt="2026-02-12T15:15:23.852" v="9337" actId="1076"/>
          <ac:spMkLst>
            <pc:docMk/>
            <pc:sldMk cId="1848607565" sldId="315"/>
            <ac:spMk id="13" creationId="{CC93638B-ED01-D154-DF5C-68E6F2CD64FA}"/>
          </ac:spMkLst>
        </pc:spChg>
        <pc:graphicFrameChg chg="add del mod modGraphic">
          <ac:chgData name="SuHan Yoon" userId="ac04559c1d2074fa" providerId="LiveId" clId="{71C09D8F-1F26-4C84-B459-87974296A018}" dt="2026-02-12T13:28:12.362" v="5266" actId="478"/>
          <ac:graphicFrameMkLst>
            <pc:docMk/>
            <pc:sldMk cId="1848607565" sldId="315"/>
            <ac:graphicFrameMk id="2" creationId="{0C39D041-2B36-A5F1-E492-D998D7EF06E1}"/>
          </ac:graphicFrameMkLst>
        </pc:graphicFrameChg>
        <pc:graphicFrameChg chg="add del mod modGraphic">
          <ac:chgData name="SuHan Yoon" userId="ac04559c1d2074fa" providerId="LiveId" clId="{71C09D8F-1F26-4C84-B459-87974296A018}" dt="2026-02-12T15:13:44.521" v="9305" actId="1076"/>
          <ac:graphicFrameMkLst>
            <pc:docMk/>
            <pc:sldMk cId="1848607565" sldId="315"/>
            <ac:graphicFrameMk id="3" creationId="{DBC0F220-98E4-168F-C618-DB8AD8977E73}"/>
          </ac:graphicFrameMkLst>
        </pc:graphicFrameChg>
        <pc:graphicFrameChg chg="add del mod modGraphic">
          <ac:chgData name="SuHan Yoon" userId="ac04559c1d2074fa" providerId="LiveId" clId="{71C09D8F-1F26-4C84-B459-87974296A018}" dt="2026-02-12T14:17:54.994" v="6460" actId="478"/>
          <ac:graphicFrameMkLst>
            <pc:docMk/>
            <pc:sldMk cId="1848607565" sldId="315"/>
            <ac:graphicFrameMk id="10" creationId="{B0107FC3-15EE-16BD-C66A-A46A5FCEEAB3}"/>
          </ac:graphicFrameMkLst>
        </pc:graphicFrameChg>
      </pc:sldChg>
      <pc:sldChg chg="delSp modSp add del mod">
        <pc:chgData name="SuHan Yoon" userId="ac04559c1d2074fa" providerId="LiveId" clId="{71C09D8F-1F26-4C84-B459-87974296A018}" dt="2026-02-12T15:20:26.769" v="9357" actId="47"/>
        <pc:sldMkLst>
          <pc:docMk/>
          <pc:sldMk cId="622111949" sldId="316"/>
        </pc:sldMkLst>
        <pc:spChg chg="del">
          <ac:chgData name="SuHan Yoon" userId="ac04559c1d2074fa" providerId="LiveId" clId="{71C09D8F-1F26-4C84-B459-87974296A018}" dt="2026-02-12T15:10:44.981" v="9261" actId="478"/>
          <ac:spMkLst>
            <pc:docMk/>
            <pc:sldMk cId="622111949" sldId="316"/>
            <ac:spMk id="5" creationId="{2480138E-E9EC-45E9-54B5-DCE4FD8213C3}"/>
          </ac:spMkLst>
        </pc:spChg>
        <pc:spChg chg="mod">
          <ac:chgData name="SuHan Yoon" userId="ac04559c1d2074fa" providerId="LiveId" clId="{71C09D8F-1F26-4C84-B459-87974296A018}" dt="2026-02-12T14:21:19.035" v="6544" actId="255"/>
          <ac:spMkLst>
            <pc:docMk/>
            <pc:sldMk cId="622111949" sldId="316"/>
            <ac:spMk id="7" creationId="{16F5B1DD-548D-83F9-61EF-C300743441A8}"/>
          </ac:spMkLst>
        </pc:spChg>
        <pc:spChg chg="mod">
          <ac:chgData name="SuHan Yoon" userId="ac04559c1d2074fa" providerId="LiveId" clId="{71C09D8F-1F26-4C84-B459-87974296A018}" dt="2026-02-12T14:23:37.061" v="6558" actId="27636"/>
          <ac:spMkLst>
            <pc:docMk/>
            <pc:sldMk cId="622111949" sldId="316"/>
            <ac:spMk id="9" creationId="{3C8FCA9D-B955-0617-31FD-A6E192988291}"/>
          </ac:spMkLst>
        </pc:spChg>
        <pc:graphicFrameChg chg="del">
          <ac:chgData name="SuHan Yoon" userId="ac04559c1d2074fa" providerId="LiveId" clId="{71C09D8F-1F26-4C84-B459-87974296A018}" dt="2026-02-12T14:18:36.140" v="6484" actId="21"/>
          <ac:graphicFrameMkLst>
            <pc:docMk/>
            <pc:sldMk cId="622111949" sldId="316"/>
            <ac:graphicFrameMk id="10" creationId="{DBC0F220-98E4-168F-C618-DB8AD8977E73}"/>
          </ac:graphicFrameMkLst>
        </pc:graphicFrameChg>
      </pc:sldChg>
      <pc:sldChg chg="delSp modSp add mod">
        <pc:chgData name="SuHan Yoon" userId="ac04559c1d2074fa" providerId="LiveId" clId="{71C09D8F-1F26-4C84-B459-87974296A018}" dt="2026-02-12T15:32:20.267" v="9836" actId="27636"/>
        <pc:sldMkLst>
          <pc:docMk/>
          <pc:sldMk cId="959616177" sldId="317"/>
        </pc:sldMkLst>
        <pc:spChg chg="del">
          <ac:chgData name="SuHan Yoon" userId="ac04559c1d2074fa" providerId="LiveId" clId="{71C09D8F-1F26-4C84-B459-87974296A018}" dt="2026-02-12T15:10:46.584" v="9262" actId="478"/>
          <ac:spMkLst>
            <pc:docMk/>
            <pc:sldMk cId="959616177" sldId="317"/>
            <ac:spMk id="5" creationId="{E7E9307A-E3E2-FD58-2D2F-8C2BBA1D6748}"/>
          </ac:spMkLst>
        </pc:spChg>
        <pc:spChg chg="mod">
          <ac:chgData name="SuHan Yoon" userId="ac04559c1d2074fa" providerId="LiveId" clId="{71C09D8F-1F26-4C84-B459-87974296A018}" dt="2026-02-12T15:32:20.267" v="9836" actId="27636"/>
          <ac:spMkLst>
            <pc:docMk/>
            <pc:sldMk cId="959616177" sldId="317"/>
            <ac:spMk id="7" creationId="{9248FE8A-FB00-A583-9C36-CD47EAEB6A39}"/>
          </ac:spMkLst>
        </pc:spChg>
        <pc:spChg chg="mod">
          <ac:chgData name="SuHan Yoon" userId="ac04559c1d2074fa" providerId="LiveId" clId="{71C09D8F-1F26-4C84-B459-87974296A018}" dt="2026-02-12T15:26:20.214" v="9402" actId="20577"/>
          <ac:spMkLst>
            <pc:docMk/>
            <pc:sldMk cId="959616177" sldId="317"/>
            <ac:spMk id="9" creationId="{E46F5CB6-D706-BD68-1B88-0B85E241AC69}"/>
          </ac:spMkLst>
        </pc:spChg>
      </pc:sldChg>
      <pc:sldChg chg="add del">
        <pc:chgData name="SuHan Yoon" userId="ac04559c1d2074fa" providerId="LiveId" clId="{71C09D8F-1F26-4C84-B459-87974296A018}" dt="2026-02-12T14:57:47.686" v="8242" actId="47"/>
        <pc:sldMkLst>
          <pc:docMk/>
          <pc:sldMk cId="311509880" sldId="318"/>
        </pc:sldMkLst>
      </pc:sldChg>
      <pc:sldChg chg="add del">
        <pc:chgData name="SuHan Yoon" userId="ac04559c1d2074fa" providerId="LiveId" clId="{71C09D8F-1F26-4C84-B459-87974296A018}" dt="2026-02-12T14:57:44.367" v="8241" actId="47"/>
        <pc:sldMkLst>
          <pc:docMk/>
          <pc:sldMk cId="3962057603" sldId="319"/>
        </pc:sldMkLst>
      </pc:sldChg>
      <pc:sldChg chg="modSp add mod">
        <pc:chgData name="SuHan Yoon" userId="ac04559c1d2074fa" providerId="LiveId" clId="{71C09D8F-1F26-4C84-B459-87974296A018}" dt="2026-02-12T15:32:27.053" v="9837" actId="20577"/>
        <pc:sldMkLst>
          <pc:docMk/>
          <pc:sldMk cId="2451631426" sldId="320"/>
        </pc:sldMkLst>
        <pc:spChg chg="mod">
          <ac:chgData name="SuHan Yoon" userId="ac04559c1d2074fa" providerId="LiveId" clId="{71C09D8F-1F26-4C84-B459-87974296A018}" dt="2026-02-12T15:32:27.053" v="9837" actId="20577"/>
          <ac:spMkLst>
            <pc:docMk/>
            <pc:sldMk cId="2451631426" sldId="320"/>
            <ac:spMk id="7" creationId="{1A4506FA-5623-8650-4A85-7C1F44D97F05}"/>
          </ac:spMkLst>
        </pc:spChg>
        <pc:spChg chg="mod">
          <ac:chgData name="SuHan Yoon" userId="ac04559c1d2074fa" providerId="LiveId" clId="{71C09D8F-1F26-4C84-B459-87974296A018}" dt="2026-02-12T15:26:27.621" v="9405" actId="20577"/>
          <ac:spMkLst>
            <pc:docMk/>
            <pc:sldMk cId="2451631426" sldId="320"/>
            <ac:spMk id="9" creationId="{2CF66BF5-1E26-17AE-FDE7-201BB1BCFD22}"/>
          </ac:spMkLst>
        </pc:spChg>
      </pc:sldChg>
      <pc:sldChg chg="delSp modSp add mod">
        <pc:chgData name="SuHan Yoon" userId="ac04559c1d2074fa" providerId="LiveId" clId="{71C09D8F-1F26-4C84-B459-87974296A018}" dt="2026-02-12T15:32:30.333" v="9838" actId="20577"/>
        <pc:sldMkLst>
          <pc:docMk/>
          <pc:sldMk cId="1100911946" sldId="321"/>
        </pc:sldMkLst>
        <pc:spChg chg="del">
          <ac:chgData name="SuHan Yoon" userId="ac04559c1d2074fa" providerId="LiveId" clId="{71C09D8F-1F26-4C84-B459-87974296A018}" dt="2026-02-12T15:10:50.749" v="9263" actId="478"/>
          <ac:spMkLst>
            <pc:docMk/>
            <pc:sldMk cId="1100911946" sldId="321"/>
            <ac:spMk id="5" creationId="{60D1139C-DAA1-58B8-DA30-70040EF8ACBA}"/>
          </ac:spMkLst>
        </pc:spChg>
        <pc:spChg chg="mod">
          <ac:chgData name="SuHan Yoon" userId="ac04559c1d2074fa" providerId="LiveId" clId="{71C09D8F-1F26-4C84-B459-87974296A018}" dt="2026-02-12T15:32:30.333" v="9838" actId="20577"/>
          <ac:spMkLst>
            <pc:docMk/>
            <pc:sldMk cId="1100911946" sldId="321"/>
            <ac:spMk id="7" creationId="{E9876D7E-F1F4-5BDD-0341-710781066ED8}"/>
          </ac:spMkLst>
        </pc:spChg>
        <pc:spChg chg="mod">
          <ac:chgData name="SuHan Yoon" userId="ac04559c1d2074fa" providerId="LiveId" clId="{71C09D8F-1F26-4C84-B459-87974296A018}" dt="2026-02-12T15:26:24.516" v="9404" actId="20577"/>
          <ac:spMkLst>
            <pc:docMk/>
            <pc:sldMk cId="1100911946" sldId="321"/>
            <ac:spMk id="9" creationId="{281ADE91-35D8-B76C-3F0D-0C8ED2E4828D}"/>
          </ac:spMkLst>
        </pc:spChg>
      </pc:sldChg>
      <pc:sldChg chg="addSp delSp modSp add mod">
        <pc:chgData name="SuHan Yoon" userId="ac04559c1d2074fa" providerId="LiveId" clId="{71C09D8F-1F26-4C84-B459-87974296A018}" dt="2026-02-12T15:32:35.775" v="9841" actId="20577"/>
        <pc:sldMkLst>
          <pc:docMk/>
          <pc:sldMk cId="4076657145" sldId="322"/>
        </pc:sldMkLst>
        <pc:spChg chg="add mod">
          <ac:chgData name="SuHan Yoon" userId="ac04559c1d2074fa" providerId="LiveId" clId="{71C09D8F-1F26-4C84-B459-87974296A018}" dt="2026-02-12T15:20:43.965" v="9358"/>
          <ac:spMkLst>
            <pc:docMk/>
            <pc:sldMk cId="4076657145" sldId="322"/>
            <ac:spMk id="3" creationId="{644912E3-906A-B043-021C-680D4BDD1DCD}"/>
          </ac:spMkLst>
        </pc:spChg>
        <pc:spChg chg="del">
          <ac:chgData name="SuHan Yoon" userId="ac04559c1d2074fa" providerId="LiveId" clId="{71C09D8F-1F26-4C84-B459-87974296A018}" dt="2026-02-12T15:10:52.875" v="9264" actId="478"/>
          <ac:spMkLst>
            <pc:docMk/>
            <pc:sldMk cId="4076657145" sldId="322"/>
            <ac:spMk id="5" creationId="{5A753CA1-DBC6-C872-333B-D70E92690B12}"/>
          </ac:spMkLst>
        </pc:spChg>
        <pc:spChg chg="mod">
          <ac:chgData name="SuHan Yoon" userId="ac04559c1d2074fa" providerId="LiveId" clId="{71C09D8F-1F26-4C84-B459-87974296A018}" dt="2026-02-12T15:32:35.775" v="9841" actId="20577"/>
          <ac:spMkLst>
            <pc:docMk/>
            <pc:sldMk cId="4076657145" sldId="322"/>
            <ac:spMk id="7" creationId="{511BBC61-E4CA-0342-9246-231472E37FC5}"/>
          </ac:spMkLst>
        </pc:spChg>
        <pc:spChg chg="mod">
          <ac:chgData name="SuHan Yoon" userId="ac04559c1d2074fa" providerId="LiveId" clId="{71C09D8F-1F26-4C84-B459-87974296A018}" dt="2026-02-12T15:26:35.379" v="9409" actId="20577"/>
          <ac:spMkLst>
            <pc:docMk/>
            <pc:sldMk cId="4076657145" sldId="322"/>
            <ac:spMk id="9" creationId="{D6182283-D3AA-A85C-8EB2-4BF022C184D4}"/>
          </ac:spMkLst>
        </pc:spChg>
        <pc:graphicFrameChg chg="add mod">
          <ac:chgData name="SuHan Yoon" userId="ac04559c1d2074fa" providerId="LiveId" clId="{71C09D8F-1F26-4C84-B459-87974296A018}" dt="2026-02-12T15:20:43.965" v="9358"/>
          <ac:graphicFrameMkLst>
            <pc:docMk/>
            <pc:sldMk cId="4076657145" sldId="322"/>
            <ac:graphicFrameMk id="2" creationId="{569E5C02-14A6-4A00-A7AE-EC9A95CD8B1C}"/>
          </ac:graphicFrameMkLst>
        </pc:graphicFrameChg>
      </pc:sldChg>
      <pc:sldChg chg="delSp modSp add mod">
        <pc:chgData name="SuHan Yoon" userId="ac04559c1d2074fa" providerId="LiveId" clId="{71C09D8F-1F26-4C84-B459-87974296A018}" dt="2026-02-12T15:41:43.663" v="10013" actId="20577"/>
        <pc:sldMkLst>
          <pc:docMk/>
          <pc:sldMk cId="3302302130" sldId="323"/>
        </pc:sldMkLst>
        <pc:spChg chg="mod">
          <ac:chgData name="SuHan Yoon" userId="ac04559c1d2074fa" providerId="LiveId" clId="{71C09D8F-1F26-4C84-B459-87974296A018}" dt="2026-02-12T15:02:18.156" v="9244" actId="20577"/>
          <ac:spMkLst>
            <pc:docMk/>
            <pc:sldMk cId="3302302130" sldId="323"/>
            <ac:spMk id="7" creationId="{CD2E0A36-9682-AE26-FED7-958E6570083F}"/>
          </ac:spMkLst>
        </pc:spChg>
        <pc:spChg chg="mod">
          <ac:chgData name="SuHan Yoon" userId="ac04559c1d2074fa" providerId="LiveId" clId="{71C09D8F-1F26-4C84-B459-87974296A018}" dt="2026-02-12T15:41:43.663" v="10013" actId="20577"/>
          <ac:spMkLst>
            <pc:docMk/>
            <pc:sldMk cId="3302302130" sldId="323"/>
            <ac:spMk id="8" creationId="{BD9F9D4F-30F8-F62A-018D-AA2A2CA47B90}"/>
          </ac:spMkLst>
        </pc:spChg>
        <pc:spChg chg="del">
          <ac:chgData name="SuHan Yoon" userId="ac04559c1d2074fa" providerId="LiveId" clId="{71C09D8F-1F26-4C84-B459-87974296A018}" dt="2026-02-12T15:10:58.248" v="9266" actId="478"/>
          <ac:spMkLst>
            <pc:docMk/>
            <pc:sldMk cId="3302302130" sldId="323"/>
            <ac:spMk id="10" creationId="{3A1EA410-56B4-77D3-F2AE-71FEF3A74E08}"/>
          </ac:spMkLst>
        </pc:spChg>
        <pc:picChg chg="del">
          <ac:chgData name="SuHan Yoon" userId="ac04559c1d2074fa" providerId="LiveId" clId="{71C09D8F-1F26-4C84-B459-87974296A018}" dt="2026-02-12T14:58:49.599" v="8301" actId="478"/>
          <ac:picMkLst>
            <pc:docMk/>
            <pc:sldMk cId="3302302130" sldId="323"/>
            <ac:picMk id="1030" creationId="{BEAFBFEC-9195-B4E5-9A5F-64B39B4020C0}"/>
          </ac:picMkLst>
        </pc:picChg>
      </pc:sldChg>
      <pc:sldChg chg="addSp delSp modSp add mod">
        <pc:chgData name="SuHan Yoon" userId="ac04559c1d2074fa" providerId="LiveId" clId="{71C09D8F-1F26-4C84-B459-87974296A018}" dt="2026-02-12T15:42:46.862" v="10052" actId="1076"/>
        <pc:sldMkLst>
          <pc:docMk/>
          <pc:sldMk cId="667778979" sldId="324"/>
        </pc:sldMkLst>
        <pc:spChg chg="add del mod">
          <ac:chgData name="SuHan Yoon" userId="ac04559c1d2074fa" providerId="LiveId" clId="{71C09D8F-1F26-4C84-B459-87974296A018}" dt="2026-02-12T15:31:02.840" v="9806" actId="478"/>
          <ac:spMkLst>
            <pc:docMk/>
            <pc:sldMk cId="667778979" sldId="324"/>
            <ac:spMk id="3" creationId="{F0F8267F-A94B-9009-048A-CAC90352A6A0}"/>
          </ac:spMkLst>
        </pc:spChg>
        <pc:spChg chg="mod">
          <ac:chgData name="SuHan Yoon" userId="ac04559c1d2074fa" providerId="LiveId" clId="{71C09D8F-1F26-4C84-B459-87974296A018}" dt="2026-02-12T15:29:46.943" v="9487" actId="20577"/>
          <ac:spMkLst>
            <pc:docMk/>
            <pc:sldMk cId="667778979" sldId="324"/>
            <ac:spMk id="7" creationId="{A2E14670-CAA8-21EE-266F-57FCEAFFD656}"/>
          </ac:spMkLst>
        </pc:spChg>
        <pc:spChg chg="mod">
          <ac:chgData name="SuHan Yoon" userId="ac04559c1d2074fa" providerId="LiveId" clId="{71C09D8F-1F26-4C84-B459-87974296A018}" dt="2026-02-12T15:34:32.880" v="9919" actId="20577"/>
          <ac:spMkLst>
            <pc:docMk/>
            <pc:sldMk cId="667778979" sldId="324"/>
            <ac:spMk id="9" creationId="{80D1E31F-C570-7F84-8D44-1878A39181F1}"/>
          </ac:spMkLst>
        </pc:spChg>
        <pc:spChg chg="add mod">
          <ac:chgData name="SuHan Yoon" userId="ac04559c1d2074fa" providerId="LiveId" clId="{71C09D8F-1F26-4C84-B459-87974296A018}" dt="2026-02-12T15:42:46.862" v="10052" actId="1076"/>
          <ac:spMkLst>
            <pc:docMk/>
            <pc:sldMk cId="667778979" sldId="324"/>
            <ac:spMk id="10" creationId="{DED0030A-9C12-442C-6DA0-AD7550563076}"/>
          </ac:spMkLst>
        </pc:spChg>
        <pc:graphicFrameChg chg="add mod">
          <ac:chgData name="SuHan Yoon" userId="ac04559c1d2074fa" providerId="LiveId" clId="{71C09D8F-1F26-4C84-B459-87974296A018}" dt="2026-02-12T15:42:37.703" v="10050" actId="1076"/>
          <ac:graphicFrameMkLst>
            <pc:docMk/>
            <pc:sldMk cId="667778979" sldId="324"/>
            <ac:graphicFrameMk id="2" creationId="{26EC85E2-DF89-E823-DE49-FFA822AB5E83}"/>
          </ac:graphicFrameMkLst>
        </pc:graphicFrameChg>
      </pc:sldChg>
      <pc:sldMasterChg chg="addSp delSp modSp mod modSldLayout">
        <pc:chgData name="SuHan Yoon" userId="ac04559c1d2074fa" providerId="LiveId" clId="{71C09D8F-1F26-4C84-B459-87974296A018}" dt="2026-01-28T08:23:24.510" v="158"/>
        <pc:sldMasterMkLst>
          <pc:docMk/>
          <pc:sldMasterMk cId="3673130038" sldId="2147483788"/>
        </pc:sldMasterMkLst>
        <pc:spChg chg="add mod">
          <ac:chgData name="SuHan Yoon" userId="ac04559c1d2074fa" providerId="LiveId" clId="{71C09D8F-1F26-4C84-B459-87974296A018}" dt="2026-01-28T08:23:24.510" v="158"/>
          <ac:spMkLst>
            <pc:docMk/>
            <pc:sldMasterMk cId="3673130038" sldId="2147483788"/>
            <ac:spMk id="12" creationId="{F6FF66A4-8FC7-3291-D61D-5EB35E8F666B}"/>
          </ac:spMkLst>
        </pc:spChg>
        <pc:spChg chg="add mod">
          <ac:chgData name="SuHan Yoon" userId="ac04559c1d2074fa" providerId="LiveId" clId="{71C09D8F-1F26-4C84-B459-87974296A018}" dt="2026-01-28T08:23:24.510" v="158"/>
          <ac:spMkLst>
            <pc:docMk/>
            <pc:sldMasterMk cId="3673130038" sldId="2147483788"/>
            <ac:spMk id="13" creationId="{84EF316C-521E-8C35-CAAE-18E36CD15C11}"/>
          </ac:spMkLst>
        </pc:spChg>
        <pc:sldLayoutChg chg="addSp delSp modSp mod">
          <pc:chgData name="SuHan Yoon" userId="ac04559c1d2074fa" providerId="LiveId" clId="{71C09D8F-1F26-4C84-B459-87974296A018}" dt="2026-01-28T08:23:12.440" v="152"/>
          <pc:sldLayoutMkLst>
            <pc:docMk/>
            <pc:sldMasterMk cId="3673130038" sldId="2147483788"/>
            <pc:sldLayoutMk cId="3908548657" sldId="2147483789"/>
          </pc:sldLayoutMkLst>
          <pc:spChg chg="add mod">
            <ac:chgData name="SuHan Yoon" userId="ac04559c1d2074fa" providerId="LiveId" clId="{71C09D8F-1F26-4C84-B459-87974296A018}" dt="2026-01-28T08:23:12.440" v="152"/>
            <ac:spMkLst>
              <pc:docMk/>
              <pc:sldMasterMk cId="3673130038" sldId="2147483788"/>
              <pc:sldLayoutMk cId="3908548657" sldId="2147483789"/>
              <ac:spMk id="7" creationId="{1EFDE256-6051-3303-A109-51FB684BAD6F}"/>
            </ac:spMkLst>
          </pc:spChg>
          <pc:spChg chg="add mod">
            <ac:chgData name="SuHan Yoon" userId="ac04559c1d2074fa" providerId="LiveId" clId="{71C09D8F-1F26-4C84-B459-87974296A018}" dt="2026-01-28T08:23:12.440" v="152"/>
            <ac:spMkLst>
              <pc:docMk/>
              <pc:sldMasterMk cId="3673130038" sldId="2147483788"/>
              <pc:sldLayoutMk cId="3908548657" sldId="2147483789"/>
              <ac:spMk id="8" creationId="{98FE9D0F-DB72-2C39-4DD7-95078731D48E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3:04.205" v="148"/>
          <pc:sldLayoutMkLst>
            <pc:docMk/>
            <pc:sldMasterMk cId="3673130038" sldId="2147483788"/>
            <pc:sldLayoutMk cId="363357450" sldId="2147483790"/>
          </pc:sldLayoutMkLst>
          <pc:spChg chg="add mod">
            <ac:chgData name="SuHan Yoon" userId="ac04559c1d2074fa" providerId="LiveId" clId="{71C09D8F-1F26-4C84-B459-87974296A018}" dt="2026-01-28T08:23:04.205" v="148"/>
            <ac:spMkLst>
              <pc:docMk/>
              <pc:sldMasterMk cId="3673130038" sldId="2147483788"/>
              <pc:sldLayoutMk cId="363357450" sldId="2147483790"/>
              <ac:spMk id="7" creationId="{019AC429-1A88-C0BC-F40A-16C678349162}"/>
            </ac:spMkLst>
          </pc:spChg>
          <pc:spChg chg="add mod">
            <ac:chgData name="SuHan Yoon" userId="ac04559c1d2074fa" providerId="LiveId" clId="{71C09D8F-1F26-4C84-B459-87974296A018}" dt="2026-01-28T08:23:04.205" v="148"/>
            <ac:spMkLst>
              <pc:docMk/>
              <pc:sldMasterMk cId="3673130038" sldId="2147483788"/>
              <pc:sldLayoutMk cId="363357450" sldId="2147483790"/>
              <ac:spMk id="9" creationId="{A283B45D-59EE-DA16-3DB5-E52533EE2025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59.991" v="146"/>
          <pc:sldLayoutMkLst>
            <pc:docMk/>
            <pc:sldMasterMk cId="3673130038" sldId="2147483788"/>
            <pc:sldLayoutMk cId="193631423" sldId="2147483791"/>
          </pc:sldLayoutMkLst>
          <pc:spChg chg="add mod">
            <ac:chgData name="SuHan Yoon" userId="ac04559c1d2074fa" providerId="LiveId" clId="{71C09D8F-1F26-4C84-B459-87974296A018}" dt="2026-01-28T08:22:59.991" v="146"/>
            <ac:spMkLst>
              <pc:docMk/>
              <pc:sldMasterMk cId="3673130038" sldId="2147483788"/>
              <pc:sldLayoutMk cId="193631423" sldId="2147483791"/>
              <ac:spMk id="7" creationId="{801197E4-F9E6-1AEB-7D67-E888DF3352E6}"/>
            </ac:spMkLst>
          </pc:spChg>
          <pc:spChg chg="add mod">
            <ac:chgData name="SuHan Yoon" userId="ac04559c1d2074fa" providerId="LiveId" clId="{71C09D8F-1F26-4C84-B459-87974296A018}" dt="2026-01-28T08:22:59.991" v="146"/>
            <ac:spMkLst>
              <pc:docMk/>
              <pc:sldMasterMk cId="3673130038" sldId="2147483788"/>
              <pc:sldLayoutMk cId="193631423" sldId="2147483791"/>
              <ac:spMk id="9" creationId="{B918A3FF-1481-4021-20B7-2726326916CF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55.003" v="144"/>
          <pc:sldLayoutMkLst>
            <pc:docMk/>
            <pc:sldMasterMk cId="3673130038" sldId="2147483788"/>
            <pc:sldLayoutMk cId="2253019263" sldId="2147483792"/>
          </pc:sldLayoutMkLst>
          <pc:spChg chg="add mod">
            <ac:chgData name="SuHan Yoon" userId="ac04559c1d2074fa" providerId="LiveId" clId="{71C09D8F-1F26-4C84-B459-87974296A018}" dt="2026-01-28T08:22:55.003" v="144"/>
            <ac:spMkLst>
              <pc:docMk/>
              <pc:sldMasterMk cId="3673130038" sldId="2147483788"/>
              <pc:sldLayoutMk cId="2253019263" sldId="2147483792"/>
              <ac:spMk id="8" creationId="{9AFA7094-A05A-D0CD-0335-CE6577EC3512}"/>
            </ac:spMkLst>
          </pc:spChg>
          <pc:spChg chg="add mod">
            <ac:chgData name="SuHan Yoon" userId="ac04559c1d2074fa" providerId="LiveId" clId="{71C09D8F-1F26-4C84-B459-87974296A018}" dt="2026-01-28T08:22:55.003" v="144"/>
            <ac:spMkLst>
              <pc:docMk/>
              <pc:sldMasterMk cId="3673130038" sldId="2147483788"/>
              <pc:sldLayoutMk cId="2253019263" sldId="2147483792"/>
              <ac:spMk id="10" creationId="{9D8288FC-07DE-2075-0659-D5D0DA449F9B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49.853" v="142"/>
          <pc:sldLayoutMkLst>
            <pc:docMk/>
            <pc:sldMasterMk cId="3673130038" sldId="2147483788"/>
            <pc:sldLayoutMk cId="1808087090" sldId="2147483793"/>
          </pc:sldLayoutMkLst>
          <pc:spChg chg="mod">
            <ac:chgData name="SuHan Yoon" userId="ac04559c1d2074fa" providerId="LiveId" clId="{71C09D8F-1F26-4C84-B459-87974296A018}" dt="2026-01-28T08:19:38.854" v="99" actId="1076"/>
            <ac:spMkLst>
              <pc:docMk/>
              <pc:sldMasterMk cId="3673130038" sldId="2147483788"/>
              <pc:sldLayoutMk cId="1808087090" sldId="2147483793"/>
              <ac:spMk id="2" creationId="{9E07DD35-7673-4F88-86B0-634883B5E345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3" creationId="{5EC820D7-3E0B-47C6-A583-C4C839C5AF03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4" creationId="{6A839A7B-97D5-400F-B802-A0FF28FE9F15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5" creationId="{C2E0ECA2-DBF1-4681-9DFA-93AFD1B371DB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6" creationId="{390EBBBB-517F-4ED7-9E51-CF0F7590B4D4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8" creationId="{9153F7EF-507C-4CB3-86C5-8B34FFFC1D86}"/>
            </ac:spMkLst>
          </pc:spChg>
          <pc:spChg chg="add mod">
            <ac:chgData name="SuHan Yoon" userId="ac04559c1d2074fa" providerId="LiveId" clId="{71C09D8F-1F26-4C84-B459-87974296A018}" dt="2026-01-28T08:22:49.853" v="142"/>
            <ac:spMkLst>
              <pc:docMk/>
              <pc:sldMasterMk cId="3673130038" sldId="2147483788"/>
              <pc:sldLayoutMk cId="1808087090" sldId="2147483793"/>
              <ac:spMk id="10" creationId="{262CF165-1AD5-F9A9-49F5-F1C526CB4E54}"/>
            </ac:spMkLst>
          </pc:spChg>
          <pc:spChg chg="mod">
            <ac:chgData name="SuHan Yoon" userId="ac04559c1d2074fa" providerId="LiveId" clId="{71C09D8F-1F26-4C84-B459-87974296A018}" dt="2026-01-28T08:16:49.188" v="55" actId="2711"/>
            <ac:spMkLst>
              <pc:docMk/>
              <pc:sldMasterMk cId="3673130038" sldId="2147483788"/>
              <pc:sldLayoutMk cId="1808087090" sldId="2147483793"/>
              <ac:spMk id="11" creationId="{3A3BDAFD-3DE3-2465-E072-F3FC430D04C4}"/>
            </ac:spMkLst>
          </pc:spChg>
          <pc:spChg chg="add mod">
            <ac:chgData name="SuHan Yoon" userId="ac04559c1d2074fa" providerId="LiveId" clId="{71C09D8F-1F26-4C84-B459-87974296A018}" dt="2026-01-28T08:22:49.853" v="142"/>
            <ac:spMkLst>
              <pc:docMk/>
              <pc:sldMasterMk cId="3673130038" sldId="2147483788"/>
              <pc:sldLayoutMk cId="1808087090" sldId="2147483793"/>
              <ac:spMk id="12" creationId="{D0927724-D5C5-F919-1391-2DE460BCCE71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17.292" v="128"/>
          <pc:sldLayoutMkLst>
            <pc:docMk/>
            <pc:sldMasterMk cId="3673130038" sldId="2147483788"/>
            <pc:sldLayoutMk cId="333078041" sldId="2147483794"/>
          </pc:sldLayoutMkLst>
          <pc:spChg chg="mod">
            <ac:chgData name="SuHan Yoon" userId="ac04559c1d2074fa" providerId="LiveId" clId="{71C09D8F-1F26-4C84-B459-87974296A018}" dt="2026-01-28T08:18:42.973" v="81" actId="2711"/>
            <ac:spMkLst>
              <pc:docMk/>
              <pc:sldMasterMk cId="3673130038" sldId="2147483788"/>
              <pc:sldLayoutMk cId="333078041" sldId="2147483794"/>
              <ac:spMk id="2" creationId="{38032964-A933-4B98-A141-A4B316DAFA9F}"/>
            </ac:spMkLst>
          </pc:spChg>
          <pc:spChg chg="mod">
            <ac:chgData name="SuHan Yoon" userId="ac04559c1d2074fa" providerId="LiveId" clId="{71C09D8F-1F26-4C84-B459-87974296A018}" dt="2026-01-28T08:18:42.973" v="81" actId="2711"/>
            <ac:spMkLst>
              <pc:docMk/>
              <pc:sldMasterMk cId="3673130038" sldId="2147483788"/>
              <pc:sldLayoutMk cId="333078041" sldId="2147483794"/>
              <ac:spMk id="4" creationId="{68BF8F05-876F-49D8-AE30-5BB2A91ECD59}"/>
            </ac:spMkLst>
          </pc:spChg>
          <pc:spChg chg="mod">
            <ac:chgData name="SuHan Yoon" userId="ac04559c1d2074fa" providerId="LiveId" clId="{71C09D8F-1F26-4C84-B459-87974296A018}" dt="2026-01-28T08:18:42.973" v="81" actId="2711"/>
            <ac:spMkLst>
              <pc:docMk/>
              <pc:sldMasterMk cId="3673130038" sldId="2147483788"/>
              <pc:sldLayoutMk cId="333078041" sldId="2147483794"/>
              <ac:spMk id="7" creationId="{6E1C46FB-E5BE-036B-6B4D-FBF12CBD541C}"/>
            </ac:spMkLst>
          </pc:spChg>
          <pc:spChg chg="add mod">
            <ac:chgData name="SuHan Yoon" userId="ac04559c1d2074fa" providerId="LiveId" clId="{71C09D8F-1F26-4C84-B459-87974296A018}" dt="2026-01-28T08:22:17.292" v="128"/>
            <ac:spMkLst>
              <pc:docMk/>
              <pc:sldMasterMk cId="3673130038" sldId="2147483788"/>
              <pc:sldLayoutMk cId="333078041" sldId="2147483794"/>
              <ac:spMk id="9" creationId="{76154142-B74E-2E39-9635-919BDBD08F10}"/>
            </ac:spMkLst>
          </pc:spChg>
          <pc:spChg chg="add mod">
            <ac:chgData name="SuHan Yoon" userId="ac04559c1d2074fa" providerId="LiveId" clId="{71C09D8F-1F26-4C84-B459-87974296A018}" dt="2026-01-28T08:22:17.292" v="128"/>
            <ac:spMkLst>
              <pc:docMk/>
              <pc:sldMasterMk cId="3673130038" sldId="2147483788"/>
              <pc:sldLayoutMk cId="333078041" sldId="2147483794"/>
              <ac:spMk id="10" creationId="{933ADF0A-60E4-DFBA-2573-BEAED6557DA8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21.064" v="130"/>
          <pc:sldLayoutMkLst>
            <pc:docMk/>
            <pc:sldMasterMk cId="3673130038" sldId="2147483788"/>
            <pc:sldLayoutMk cId="3725201732" sldId="2147483795"/>
          </pc:sldLayoutMkLst>
          <pc:spChg chg="mod">
            <ac:chgData name="SuHan Yoon" userId="ac04559c1d2074fa" providerId="LiveId" clId="{71C09D8F-1F26-4C84-B459-87974296A018}" dt="2026-01-28T08:18:37.160" v="80" actId="2711"/>
            <ac:spMkLst>
              <pc:docMk/>
              <pc:sldMasterMk cId="3673130038" sldId="2147483788"/>
              <pc:sldLayoutMk cId="3725201732" sldId="2147483795"/>
              <ac:spMk id="3" creationId="{3E021C19-210E-46B0-9036-5D8AECC9260C}"/>
            </ac:spMkLst>
          </pc:spChg>
          <pc:spChg chg="mod">
            <ac:chgData name="SuHan Yoon" userId="ac04559c1d2074fa" providerId="LiveId" clId="{71C09D8F-1F26-4C84-B459-87974296A018}" dt="2026-01-28T08:18:37.160" v="80" actId="2711"/>
            <ac:spMkLst>
              <pc:docMk/>
              <pc:sldMasterMk cId="3673130038" sldId="2147483788"/>
              <pc:sldLayoutMk cId="3725201732" sldId="2147483795"/>
              <ac:spMk id="6" creationId="{DFD9F97F-D89B-A4D3-49C5-C28E47BD9E4E}"/>
            </ac:spMkLst>
          </pc:spChg>
          <pc:spChg chg="add mod">
            <ac:chgData name="SuHan Yoon" userId="ac04559c1d2074fa" providerId="LiveId" clId="{71C09D8F-1F26-4C84-B459-87974296A018}" dt="2026-01-28T08:18:37.160" v="80" actId="2711"/>
            <ac:spMkLst>
              <pc:docMk/>
              <pc:sldMasterMk cId="3673130038" sldId="2147483788"/>
              <pc:sldLayoutMk cId="3725201732" sldId="2147483795"/>
              <ac:spMk id="7" creationId="{A0E64461-C323-00D5-9D57-2A0BA52E0B7C}"/>
            </ac:spMkLst>
          </pc:spChg>
          <pc:spChg chg="add mod">
            <ac:chgData name="SuHan Yoon" userId="ac04559c1d2074fa" providerId="LiveId" clId="{71C09D8F-1F26-4C84-B459-87974296A018}" dt="2026-01-28T08:18:37.160" v="80" actId="2711"/>
            <ac:spMkLst>
              <pc:docMk/>
              <pc:sldMasterMk cId="3673130038" sldId="2147483788"/>
              <pc:sldLayoutMk cId="3725201732" sldId="2147483795"/>
              <ac:spMk id="8" creationId="{DF696A1D-6AEE-86F8-3E1F-5ED3AB0CA51A}"/>
            </ac:spMkLst>
          </pc:spChg>
          <pc:spChg chg="add mod">
            <ac:chgData name="SuHan Yoon" userId="ac04559c1d2074fa" providerId="LiveId" clId="{71C09D8F-1F26-4C84-B459-87974296A018}" dt="2026-01-28T08:22:21.064" v="130"/>
            <ac:spMkLst>
              <pc:docMk/>
              <pc:sldMasterMk cId="3673130038" sldId="2147483788"/>
              <pc:sldLayoutMk cId="3725201732" sldId="2147483795"/>
              <ac:spMk id="11" creationId="{FA932B8E-E1F9-F56C-D424-D0DD8AFAB5EA}"/>
            </ac:spMkLst>
          </pc:spChg>
          <pc:spChg chg="add mod">
            <ac:chgData name="SuHan Yoon" userId="ac04559c1d2074fa" providerId="LiveId" clId="{71C09D8F-1F26-4C84-B459-87974296A018}" dt="2026-01-28T08:22:21.064" v="130"/>
            <ac:spMkLst>
              <pc:docMk/>
              <pc:sldMasterMk cId="3673130038" sldId="2147483788"/>
              <pc:sldLayoutMk cId="3725201732" sldId="2147483795"/>
              <ac:spMk id="12" creationId="{7D5EDDBC-BD15-EDA0-19E3-C1C7F85AB57F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27.575" v="132"/>
          <pc:sldLayoutMkLst>
            <pc:docMk/>
            <pc:sldMasterMk cId="3673130038" sldId="2147483788"/>
            <pc:sldLayoutMk cId="4275647422" sldId="2147483796"/>
          </pc:sldLayoutMkLst>
          <pc:spChg chg="mod">
            <ac:chgData name="SuHan Yoon" userId="ac04559c1d2074fa" providerId="LiveId" clId="{71C09D8F-1F26-4C84-B459-87974296A018}" dt="2026-01-28T08:17:08.114" v="57" actId="2711"/>
            <ac:spMkLst>
              <pc:docMk/>
              <pc:sldMasterMk cId="3673130038" sldId="2147483788"/>
              <pc:sldLayoutMk cId="4275647422" sldId="2147483796"/>
              <ac:spMk id="2" creationId="{11A568EE-74C8-43A6-90BC-2DDD965CF64A}"/>
            </ac:spMkLst>
          </pc:spChg>
          <pc:spChg chg="mod">
            <ac:chgData name="SuHan Yoon" userId="ac04559c1d2074fa" providerId="LiveId" clId="{71C09D8F-1F26-4C84-B459-87974296A018}" dt="2026-01-28T08:17:08.114" v="57" actId="2711"/>
            <ac:spMkLst>
              <pc:docMk/>
              <pc:sldMasterMk cId="3673130038" sldId="2147483788"/>
              <pc:sldLayoutMk cId="4275647422" sldId="2147483796"/>
              <ac:spMk id="3" creationId="{971C35AC-CAE3-48CF-A3E4-A075C9FDD71B}"/>
            </ac:spMkLst>
          </pc:spChg>
          <pc:spChg chg="mod">
            <ac:chgData name="SuHan Yoon" userId="ac04559c1d2074fa" providerId="LiveId" clId="{71C09D8F-1F26-4C84-B459-87974296A018}" dt="2026-01-28T08:17:08.114" v="57" actId="2711"/>
            <ac:spMkLst>
              <pc:docMk/>
              <pc:sldMasterMk cId="3673130038" sldId="2147483788"/>
              <pc:sldLayoutMk cId="4275647422" sldId="2147483796"/>
              <ac:spMk id="4" creationId="{2D9D03EA-5FAD-4609-A2B8-624E426847E3}"/>
            </ac:spMkLst>
          </pc:spChg>
          <pc:spChg chg="mod">
            <ac:chgData name="SuHan Yoon" userId="ac04559c1d2074fa" providerId="LiveId" clId="{71C09D8F-1F26-4C84-B459-87974296A018}" dt="2026-01-28T08:17:08.114" v="57" actId="2711"/>
            <ac:spMkLst>
              <pc:docMk/>
              <pc:sldMasterMk cId="3673130038" sldId="2147483788"/>
              <pc:sldLayoutMk cId="4275647422" sldId="2147483796"/>
              <ac:spMk id="6" creationId="{78042128-DAB4-481C-BEE6-3523E8E88BAD}"/>
            </ac:spMkLst>
          </pc:spChg>
          <pc:spChg chg="mod">
            <ac:chgData name="SuHan Yoon" userId="ac04559c1d2074fa" providerId="LiveId" clId="{71C09D8F-1F26-4C84-B459-87974296A018}" dt="2026-01-28T08:17:08.114" v="57" actId="2711"/>
            <ac:spMkLst>
              <pc:docMk/>
              <pc:sldMasterMk cId="3673130038" sldId="2147483788"/>
              <pc:sldLayoutMk cId="4275647422" sldId="2147483796"/>
              <ac:spMk id="9" creationId="{7A2D9B18-B788-ADA1-8408-D4ABB0DAAEAD}"/>
            </ac:spMkLst>
          </pc:spChg>
          <pc:spChg chg="add mod">
            <ac:chgData name="SuHan Yoon" userId="ac04559c1d2074fa" providerId="LiveId" clId="{71C09D8F-1F26-4C84-B459-87974296A018}" dt="2026-01-28T08:22:27.575" v="132"/>
            <ac:spMkLst>
              <pc:docMk/>
              <pc:sldMasterMk cId="3673130038" sldId="2147483788"/>
              <pc:sldLayoutMk cId="4275647422" sldId="2147483796"/>
              <ac:spMk id="15" creationId="{ADDAA933-C539-5834-FA1C-E4CEFC0551BC}"/>
            </ac:spMkLst>
          </pc:spChg>
          <pc:spChg chg="add mod">
            <ac:chgData name="SuHan Yoon" userId="ac04559c1d2074fa" providerId="LiveId" clId="{71C09D8F-1F26-4C84-B459-87974296A018}" dt="2026-01-28T08:22:27.575" v="132"/>
            <ac:spMkLst>
              <pc:docMk/>
              <pc:sldMasterMk cId="3673130038" sldId="2147483788"/>
              <pc:sldLayoutMk cId="4275647422" sldId="2147483796"/>
              <ac:spMk id="16" creationId="{B2831CDD-DAA7-E185-ED3B-01EFA462DA58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31.597" v="134"/>
          <pc:sldLayoutMkLst>
            <pc:docMk/>
            <pc:sldMasterMk cId="3673130038" sldId="2147483788"/>
            <pc:sldLayoutMk cId="862030787" sldId="2147483797"/>
          </pc:sldLayoutMkLst>
          <pc:spChg chg="mod">
            <ac:chgData name="SuHan Yoon" userId="ac04559c1d2074fa" providerId="LiveId" clId="{71C09D8F-1F26-4C84-B459-87974296A018}" dt="2026-01-28T08:18:47.408" v="82" actId="2711"/>
            <ac:spMkLst>
              <pc:docMk/>
              <pc:sldMasterMk cId="3673130038" sldId="2147483788"/>
              <pc:sldLayoutMk cId="862030787" sldId="2147483797"/>
              <ac:spMk id="2" creationId="{139FE98B-EACF-4251-A8AF-0D9EDD17C664}"/>
            </ac:spMkLst>
          </pc:spChg>
          <pc:spChg chg="mod">
            <ac:chgData name="SuHan Yoon" userId="ac04559c1d2074fa" providerId="LiveId" clId="{71C09D8F-1F26-4C84-B459-87974296A018}" dt="2026-01-28T08:18:47.408" v="82" actId="2711"/>
            <ac:spMkLst>
              <pc:docMk/>
              <pc:sldMasterMk cId="3673130038" sldId="2147483788"/>
              <pc:sldLayoutMk cId="862030787" sldId="2147483797"/>
              <ac:spMk id="3" creationId="{3905F473-761A-4002-AF70-9FF878D0139E}"/>
            </ac:spMkLst>
          </pc:spChg>
          <pc:spChg chg="mod">
            <ac:chgData name="SuHan Yoon" userId="ac04559c1d2074fa" providerId="LiveId" clId="{71C09D8F-1F26-4C84-B459-87974296A018}" dt="2026-01-28T08:18:47.408" v="82" actId="2711"/>
            <ac:spMkLst>
              <pc:docMk/>
              <pc:sldMasterMk cId="3673130038" sldId="2147483788"/>
              <pc:sldLayoutMk cId="862030787" sldId="2147483797"/>
              <ac:spMk id="4" creationId="{FA0C2E6A-F834-4540-BB00-E13CB45DC362}"/>
            </ac:spMkLst>
          </pc:spChg>
          <pc:spChg chg="mod">
            <ac:chgData name="SuHan Yoon" userId="ac04559c1d2074fa" providerId="LiveId" clId="{71C09D8F-1F26-4C84-B459-87974296A018}" dt="2026-01-28T08:18:47.408" v="82" actId="2711"/>
            <ac:spMkLst>
              <pc:docMk/>
              <pc:sldMasterMk cId="3673130038" sldId="2147483788"/>
              <pc:sldLayoutMk cId="862030787" sldId="2147483797"/>
              <ac:spMk id="6" creationId="{422E5541-B6DE-45E8-BCFE-0DFC4F574079}"/>
            </ac:spMkLst>
          </pc:spChg>
          <pc:spChg chg="add mod">
            <ac:chgData name="SuHan Yoon" userId="ac04559c1d2074fa" providerId="LiveId" clId="{71C09D8F-1F26-4C84-B459-87974296A018}" dt="2026-01-28T08:22:31.597" v="134"/>
            <ac:spMkLst>
              <pc:docMk/>
              <pc:sldMasterMk cId="3673130038" sldId="2147483788"/>
              <pc:sldLayoutMk cId="862030787" sldId="2147483797"/>
              <ac:spMk id="10" creationId="{10494F13-ACEB-30AF-B066-37587FD0FA78}"/>
            </ac:spMkLst>
          </pc:spChg>
          <pc:spChg chg="add mod">
            <ac:chgData name="SuHan Yoon" userId="ac04559c1d2074fa" providerId="LiveId" clId="{71C09D8F-1F26-4C84-B459-87974296A018}" dt="2026-01-28T08:22:31.597" v="134"/>
            <ac:spMkLst>
              <pc:docMk/>
              <pc:sldMasterMk cId="3673130038" sldId="2147483788"/>
              <pc:sldLayoutMk cId="862030787" sldId="2147483797"/>
              <ac:spMk id="11" creationId="{ACA8D0F9-F3D8-7FE7-85AB-1DA23DCB73F5}"/>
            </ac:spMkLst>
          </pc:spChg>
          <pc:spChg chg="mod">
            <ac:chgData name="SuHan Yoon" userId="ac04559c1d2074fa" providerId="LiveId" clId="{71C09D8F-1F26-4C84-B459-87974296A018}" dt="2026-01-28T08:18:47.408" v="82" actId="2711"/>
            <ac:spMkLst>
              <pc:docMk/>
              <pc:sldMasterMk cId="3673130038" sldId="2147483788"/>
              <pc:sldLayoutMk cId="862030787" sldId="2147483797"/>
              <ac:spMk id="14" creationId="{812C5E99-AE13-20E2-118B-E36DAAA56A61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35.089" v="136"/>
          <pc:sldLayoutMkLst>
            <pc:docMk/>
            <pc:sldMasterMk cId="3673130038" sldId="2147483788"/>
            <pc:sldLayoutMk cId="3858221900" sldId="2147483798"/>
          </pc:sldLayoutMkLst>
          <pc:spChg chg="mod">
            <ac:chgData name="SuHan Yoon" userId="ac04559c1d2074fa" providerId="LiveId" clId="{71C09D8F-1F26-4C84-B459-87974296A018}" dt="2026-01-28T08:18:51.886" v="83" actId="2711"/>
            <ac:spMkLst>
              <pc:docMk/>
              <pc:sldMasterMk cId="3673130038" sldId="2147483788"/>
              <pc:sldLayoutMk cId="3858221900" sldId="2147483798"/>
              <ac:spMk id="2" creationId="{7D6359C1-C098-4BF4-A55D-782F4E606B8A}"/>
            </ac:spMkLst>
          </pc:spChg>
          <pc:spChg chg="mod">
            <ac:chgData name="SuHan Yoon" userId="ac04559c1d2074fa" providerId="LiveId" clId="{71C09D8F-1F26-4C84-B459-87974296A018}" dt="2026-01-28T08:18:51.886" v="83" actId="2711"/>
            <ac:spMkLst>
              <pc:docMk/>
              <pc:sldMasterMk cId="3673130038" sldId="2147483788"/>
              <pc:sldLayoutMk cId="3858221900" sldId="2147483798"/>
              <ac:spMk id="3" creationId="{3D343C7E-1E8B-4D38-9B81-1AA2A8978EDE}"/>
            </ac:spMkLst>
          </pc:spChg>
          <pc:spChg chg="mod">
            <ac:chgData name="SuHan Yoon" userId="ac04559c1d2074fa" providerId="LiveId" clId="{71C09D8F-1F26-4C84-B459-87974296A018}" dt="2026-01-28T08:18:51.886" v="83" actId="2711"/>
            <ac:spMkLst>
              <pc:docMk/>
              <pc:sldMasterMk cId="3673130038" sldId="2147483788"/>
              <pc:sldLayoutMk cId="3858221900" sldId="2147483798"/>
              <ac:spMk id="5" creationId="{06647FC7-8124-4F70-A849-B6BCC5189CC3}"/>
            </ac:spMkLst>
          </pc:spChg>
          <pc:spChg chg="mod">
            <ac:chgData name="SuHan Yoon" userId="ac04559c1d2074fa" providerId="LiveId" clId="{71C09D8F-1F26-4C84-B459-87974296A018}" dt="2026-01-28T08:18:51.886" v="83" actId="2711"/>
            <ac:spMkLst>
              <pc:docMk/>
              <pc:sldMasterMk cId="3673130038" sldId="2147483788"/>
              <pc:sldLayoutMk cId="3858221900" sldId="2147483798"/>
              <ac:spMk id="8" creationId="{8FE5B2F9-7CEB-FE9B-E261-FDF16CB4E9D4}"/>
            </ac:spMkLst>
          </pc:spChg>
          <pc:spChg chg="add mod">
            <ac:chgData name="SuHan Yoon" userId="ac04559c1d2074fa" providerId="LiveId" clId="{71C09D8F-1F26-4C84-B459-87974296A018}" dt="2026-01-28T08:22:35.089" v="136"/>
            <ac:spMkLst>
              <pc:docMk/>
              <pc:sldMasterMk cId="3673130038" sldId="2147483788"/>
              <pc:sldLayoutMk cId="3858221900" sldId="2147483798"/>
              <ac:spMk id="10" creationId="{57F15D69-413C-C82E-B876-4E53ACB79C8E}"/>
            </ac:spMkLst>
          </pc:spChg>
          <pc:spChg chg="add mod">
            <ac:chgData name="SuHan Yoon" userId="ac04559c1d2074fa" providerId="LiveId" clId="{71C09D8F-1F26-4C84-B459-87974296A018}" dt="2026-01-28T08:22:35.089" v="136"/>
            <ac:spMkLst>
              <pc:docMk/>
              <pc:sldMasterMk cId="3673130038" sldId="2147483788"/>
              <pc:sldLayoutMk cId="3858221900" sldId="2147483798"/>
              <ac:spMk id="11" creationId="{6B7A67FF-CB28-51D5-7667-2AD8A9E626DF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37.704" v="138"/>
          <pc:sldLayoutMkLst>
            <pc:docMk/>
            <pc:sldMasterMk cId="3673130038" sldId="2147483788"/>
            <pc:sldLayoutMk cId="2613383953" sldId="2147483799"/>
          </pc:sldLayoutMkLst>
          <pc:spChg chg="mod">
            <ac:chgData name="SuHan Yoon" userId="ac04559c1d2074fa" providerId="LiveId" clId="{71C09D8F-1F26-4C84-B459-87974296A018}" dt="2026-01-28T08:18:56.520" v="84" actId="2711"/>
            <ac:spMkLst>
              <pc:docMk/>
              <pc:sldMasterMk cId="3673130038" sldId="2147483788"/>
              <pc:sldLayoutMk cId="2613383953" sldId="2147483799"/>
              <ac:spMk id="2" creationId="{4B418279-D3B8-4C6A-AB74-9DE377771270}"/>
            </ac:spMkLst>
          </pc:spChg>
          <pc:spChg chg="mod">
            <ac:chgData name="SuHan Yoon" userId="ac04559c1d2074fa" providerId="LiveId" clId="{71C09D8F-1F26-4C84-B459-87974296A018}" dt="2026-01-28T08:18:56.520" v="84" actId="2711"/>
            <ac:spMkLst>
              <pc:docMk/>
              <pc:sldMasterMk cId="3673130038" sldId="2147483788"/>
              <pc:sldLayoutMk cId="2613383953" sldId="2147483799"/>
              <ac:spMk id="3" creationId="{E28F733C-9309-4197-BACA-207CDC8935C9}"/>
            </ac:spMkLst>
          </pc:spChg>
          <pc:spChg chg="mod">
            <ac:chgData name="SuHan Yoon" userId="ac04559c1d2074fa" providerId="LiveId" clId="{71C09D8F-1F26-4C84-B459-87974296A018}" dt="2026-01-28T08:18:56.520" v="84" actId="2711"/>
            <ac:spMkLst>
              <pc:docMk/>
              <pc:sldMasterMk cId="3673130038" sldId="2147483788"/>
              <pc:sldLayoutMk cId="2613383953" sldId="2147483799"/>
              <ac:spMk id="5" creationId="{55021651-B786-4A39-A10F-F5231D0A2C5E}"/>
            </ac:spMkLst>
          </pc:spChg>
          <pc:spChg chg="mod">
            <ac:chgData name="SuHan Yoon" userId="ac04559c1d2074fa" providerId="LiveId" clId="{71C09D8F-1F26-4C84-B459-87974296A018}" dt="2026-01-28T08:18:56.520" v="84" actId="2711"/>
            <ac:spMkLst>
              <pc:docMk/>
              <pc:sldMasterMk cId="3673130038" sldId="2147483788"/>
              <pc:sldLayoutMk cId="2613383953" sldId="2147483799"/>
              <ac:spMk id="8" creationId="{5C9EA5B6-8CB1-CE74-02BD-32903DA4ED24}"/>
            </ac:spMkLst>
          </pc:spChg>
          <pc:spChg chg="add mod">
            <ac:chgData name="SuHan Yoon" userId="ac04559c1d2074fa" providerId="LiveId" clId="{71C09D8F-1F26-4C84-B459-87974296A018}" dt="2026-01-28T08:22:37.704" v="138"/>
            <ac:spMkLst>
              <pc:docMk/>
              <pc:sldMasterMk cId="3673130038" sldId="2147483788"/>
              <pc:sldLayoutMk cId="2613383953" sldId="2147483799"/>
              <ac:spMk id="10" creationId="{E26FC516-7963-C28F-E3BE-A69D4838509F}"/>
            </ac:spMkLst>
          </pc:spChg>
          <pc:spChg chg="add mod">
            <ac:chgData name="SuHan Yoon" userId="ac04559c1d2074fa" providerId="LiveId" clId="{71C09D8F-1F26-4C84-B459-87974296A018}" dt="2026-01-28T08:22:37.704" v="138"/>
            <ac:spMkLst>
              <pc:docMk/>
              <pc:sldMasterMk cId="3673130038" sldId="2147483788"/>
              <pc:sldLayoutMk cId="2613383953" sldId="2147483799"/>
              <ac:spMk id="11" creationId="{B4CE56F7-437D-BD91-EFAC-61B57EDFC04D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3:08.226" v="150"/>
          <pc:sldLayoutMkLst>
            <pc:docMk/>
            <pc:sldMasterMk cId="3673130038" sldId="2147483788"/>
            <pc:sldLayoutMk cId="828399172" sldId="2147483800"/>
          </pc:sldLayoutMkLst>
          <pc:spChg chg="add mod">
            <ac:chgData name="SuHan Yoon" userId="ac04559c1d2074fa" providerId="LiveId" clId="{71C09D8F-1F26-4C84-B459-87974296A018}" dt="2026-01-28T08:23:08.226" v="150"/>
            <ac:spMkLst>
              <pc:docMk/>
              <pc:sldMasterMk cId="3673130038" sldId="2147483788"/>
              <pc:sldLayoutMk cId="828399172" sldId="2147483800"/>
              <ac:spMk id="8" creationId="{BD5DBF9F-1177-4B55-FC16-72E0C7F5B498}"/>
            </ac:spMkLst>
          </pc:spChg>
          <pc:spChg chg="add mod">
            <ac:chgData name="SuHan Yoon" userId="ac04559c1d2074fa" providerId="LiveId" clId="{71C09D8F-1F26-4C84-B459-87974296A018}" dt="2026-01-28T08:23:08.226" v="150"/>
            <ac:spMkLst>
              <pc:docMk/>
              <pc:sldMasterMk cId="3673130038" sldId="2147483788"/>
              <pc:sldLayoutMk cId="828399172" sldId="2147483800"/>
              <ac:spMk id="9" creationId="{48E1DFFA-BA02-4C3C-012C-CCA6E49803AC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3:16.179" v="154"/>
          <pc:sldLayoutMkLst>
            <pc:docMk/>
            <pc:sldMasterMk cId="3673130038" sldId="2147483788"/>
            <pc:sldLayoutMk cId="1742060603" sldId="2147483801"/>
          </pc:sldLayoutMkLst>
          <pc:spChg chg="add mod">
            <ac:chgData name="SuHan Yoon" userId="ac04559c1d2074fa" providerId="LiveId" clId="{71C09D8F-1F26-4C84-B459-87974296A018}" dt="2026-01-28T08:23:16.179" v="154"/>
            <ac:spMkLst>
              <pc:docMk/>
              <pc:sldMasterMk cId="3673130038" sldId="2147483788"/>
              <pc:sldLayoutMk cId="1742060603" sldId="2147483801"/>
              <ac:spMk id="8" creationId="{740A2B20-AA81-E195-44DD-88AFD628158D}"/>
            </ac:spMkLst>
          </pc:spChg>
          <pc:spChg chg="add mod">
            <ac:chgData name="SuHan Yoon" userId="ac04559c1d2074fa" providerId="LiveId" clId="{71C09D8F-1F26-4C84-B459-87974296A018}" dt="2026-01-28T08:23:16.179" v="154"/>
            <ac:spMkLst>
              <pc:docMk/>
              <pc:sldMasterMk cId="3673130038" sldId="2147483788"/>
              <pc:sldLayoutMk cId="1742060603" sldId="2147483801"/>
              <ac:spMk id="9" creationId="{D554A432-8FC6-8D7C-921E-33EE1E250719}"/>
            </ac:spMkLst>
          </pc:spChg>
        </pc:sldLayoutChg>
        <pc:sldLayoutChg chg="addSp delSp modSp mod">
          <pc:chgData name="SuHan Yoon" userId="ac04559c1d2074fa" providerId="LiveId" clId="{71C09D8F-1F26-4C84-B459-87974296A018}" dt="2026-01-28T08:22:40.359" v="140"/>
          <pc:sldLayoutMkLst>
            <pc:docMk/>
            <pc:sldMasterMk cId="3673130038" sldId="2147483788"/>
            <pc:sldLayoutMk cId="1183174444" sldId="2147483802"/>
          </pc:sldLayoutMkLst>
          <pc:spChg chg="mod">
            <ac:chgData name="SuHan Yoon" userId="ac04559c1d2074fa" providerId="LiveId" clId="{71C09D8F-1F26-4C84-B459-87974296A018}" dt="2026-01-28T08:19:01.593" v="85" actId="2711"/>
            <ac:spMkLst>
              <pc:docMk/>
              <pc:sldMasterMk cId="3673130038" sldId="2147483788"/>
              <pc:sldLayoutMk cId="1183174444" sldId="2147483802"/>
              <ac:spMk id="2" creationId="{B1742430-68F2-2899-E6D1-063123A8BC38}"/>
            </ac:spMkLst>
          </pc:spChg>
          <pc:spChg chg="mod">
            <ac:chgData name="SuHan Yoon" userId="ac04559c1d2074fa" providerId="LiveId" clId="{71C09D8F-1F26-4C84-B459-87974296A018}" dt="2026-01-28T08:19:11.194" v="91" actId="20577"/>
            <ac:spMkLst>
              <pc:docMk/>
              <pc:sldMasterMk cId="3673130038" sldId="2147483788"/>
              <pc:sldLayoutMk cId="1183174444" sldId="2147483802"/>
              <ac:spMk id="4" creationId="{44EADE9D-F274-63A2-C4CC-CB9FA4498804}"/>
            </ac:spMkLst>
          </pc:spChg>
          <pc:spChg chg="add mod">
            <ac:chgData name="SuHan Yoon" userId="ac04559c1d2074fa" providerId="LiveId" clId="{71C09D8F-1F26-4C84-B459-87974296A018}" dt="2026-01-28T08:22:40.359" v="140"/>
            <ac:spMkLst>
              <pc:docMk/>
              <pc:sldMasterMk cId="3673130038" sldId="2147483788"/>
              <pc:sldLayoutMk cId="1183174444" sldId="2147483802"/>
              <ac:spMk id="8" creationId="{B254D799-F997-6E90-3B7B-BCEE5703543E}"/>
            </ac:spMkLst>
          </pc:spChg>
          <pc:spChg chg="add mod">
            <ac:chgData name="SuHan Yoon" userId="ac04559c1d2074fa" providerId="LiveId" clId="{71C09D8F-1F26-4C84-B459-87974296A018}" dt="2026-01-28T08:22:40.359" v="140"/>
            <ac:spMkLst>
              <pc:docMk/>
              <pc:sldMasterMk cId="3673130038" sldId="2147483788"/>
              <pc:sldLayoutMk cId="1183174444" sldId="2147483802"/>
              <ac:spMk id="9" creationId="{D0F67F9A-B021-6C5B-8DDD-BA774121B811}"/>
            </ac:spMkLst>
          </pc:spChg>
        </pc:sldLayoutChg>
      </pc:sldMasterChg>
    </pc:docChg>
  </pc:docChgLst>
  <pc:docChgLst>
    <pc:chgData clId="Web-{7FFB9B7D-3DE5-9DC6-DBE2-9E8E25E68886}"/>
    <pc:docChg chg="modSld">
      <pc:chgData name="" userId="" providerId="" clId="Web-{7FFB9B7D-3DE5-9DC6-DBE2-9E8E25E68886}" dt="2026-01-28T07:43:37.947" v="0" actId="20577"/>
      <pc:docMkLst>
        <pc:docMk/>
      </pc:docMkLst>
    </pc:docChg>
  </pc:docChgLst>
  <pc:docChgLst>
    <pc:chgData name="SuHan Yoon" userId="ac04559c1d2074fa" providerId="Windows Live" clId="Web-{9727F637-431F-FF2B-9ED9-CA3C53FCCE82}"/>
    <pc:docChg chg="addSld modSld sldOrd modSection">
      <pc:chgData name="SuHan Yoon" userId="ac04559c1d2074fa" providerId="Windows Live" clId="Web-{9727F637-431F-FF2B-9ED9-CA3C53FCCE82}" dt="2026-01-28T05:09:57.665" v="747" actId="20577"/>
      <pc:docMkLst>
        <pc:docMk/>
      </pc:docMkLst>
      <pc:sldChg chg="modSp">
        <pc:chgData name="SuHan Yoon" userId="ac04559c1d2074fa" providerId="Windows Live" clId="Web-{9727F637-431F-FF2B-9ED9-CA3C53FCCE82}" dt="2026-01-28T01:42:20.061" v="243" actId="20577"/>
        <pc:sldMkLst>
          <pc:docMk/>
          <pc:sldMk cId="1791567186" sldId="256"/>
        </pc:sldMkLst>
        <pc:spChg chg="mod">
          <ac:chgData name="SuHan Yoon" userId="ac04559c1d2074fa" providerId="Windows Live" clId="Web-{9727F637-431F-FF2B-9ED9-CA3C53FCCE82}" dt="2026-01-28T01:41:45.651" v="241" actId="20577"/>
          <ac:spMkLst>
            <pc:docMk/>
            <pc:sldMk cId="1791567186" sldId="256"/>
            <ac:spMk id="2" creationId="{FF9CB409-83FE-E1A1-A66E-341FFA5BBCCA}"/>
          </ac:spMkLst>
        </pc:spChg>
        <pc:spChg chg="mod">
          <ac:chgData name="SuHan Yoon" userId="ac04559c1d2074fa" providerId="Windows Live" clId="Web-{9727F637-431F-FF2B-9ED9-CA3C53FCCE82}" dt="2026-01-28T01:42:20.061" v="243" actId="20577"/>
          <ac:spMkLst>
            <pc:docMk/>
            <pc:sldMk cId="1791567186" sldId="256"/>
            <ac:spMk id="3" creationId="{73838FAB-BBB1-95EF-2074-29F58AC85542}"/>
          </ac:spMkLst>
        </pc:spChg>
      </pc:sldChg>
      <pc:sldChg chg="modSp add ord replId">
        <pc:chgData name="SuHan Yoon" userId="ac04559c1d2074fa" providerId="Windows Live" clId="Web-{9727F637-431F-FF2B-9ED9-CA3C53FCCE82}" dt="2026-01-28T01:42:34.968" v="247" actId="20577"/>
        <pc:sldMkLst>
          <pc:docMk/>
          <pc:sldMk cId="2577962157" sldId="283"/>
        </pc:sldMkLst>
        <pc:spChg chg="mod">
          <ac:chgData name="SuHan Yoon" userId="ac04559c1d2074fa" providerId="Windows Live" clId="Web-{9727F637-431F-FF2B-9ED9-CA3C53FCCE82}" dt="2026-01-28T01:42:34.968" v="247" actId="20577"/>
          <ac:spMkLst>
            <pc:docMk/>
            <pc:sldMk cId="2577962157" sldId="283"/>
            <ac:spMk id="7" creationId="{BF6A209E-7868-C67B-5D29-52B54A68B67C}"/>
          </ac:spMkLst>
        </pc:spChg>
        <pc:spChg chg="mod">
          <ac:chgData name="SuHan Yoon" userId="ac04559c1d2074fa" providerId="Windows Live" clId="Web-{9727F637-431F-FF2B-9ED9-CA3C53FCCE82}" dt="2026-01-28T01:42:32.608" v="246" actId="20577"/>
          <ac:spMkLst>
            <pc:docMk/>
            <pc:sldMk cId="2577962157" sldId="283"/>
            <ac:spMk id="8" creationId="{B046A7F5-C94A-0DCF-8A82-76D89461556B}"/>
          </ac:spMkLst>
        </pc:spChg>
      </pc:sldChg>
      <pc:sldChg chg="addSp modSp add ord replId">
        <pc:chgData name="SuHan Yoon" userId="ac04559c1d2074fa" providerId="Windows Live" clId="Web-{9727F637-431F-FF2B-9ED9-CA3C53FCCE82}" dt="2026-01-28T02:40:18.425" v="439" actId="1076"/>
        <pc:sldMkLst>
          <pc:docMk/>
          <pc:sldMk cId="3490631658" sldId="286"/>
        </pc:sldMkLst>
        <pc:spChg chg="mod">
          <ac:chgData name="SuHan Yoon" userId="ac04559c1d2074fa" providerId="Windows Live" clId="Web-{9727F637-431F-FF2B-9ED9-CA3C53FCCE82}" dt="2026-01-28T01:48:58.581" v="258" actId="20577"/>
          <ac:spMkLst>
            <pc:docMk/>
            <pc:sldMk cId="3490631658" sldId="286"/>
            <ac:spMk id="8" creationId="{52429775-096F-E21E-2B20-B2590F53815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DD053C-BAAA-C351-28AA-A20306608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ADD5A-C5C4-57D5-E710-F77985F486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FD9B-F624-43C9-B22F-0D673159E58C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1DB72-2024-73BE-E842-0A6B59C102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F363F7-F061-FEF3-6864-B09861048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5A43-17D2-486C-8FFC-DF05DE044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8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21766-809D-4C70-8E4C-CA0D711AC63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62159-48CD-4B48-BFB0-8057643A3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48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1731264"/>
            <a:ext cx="2478921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6327" y="1731264"/>
            <a:ext cx="7978140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E84698-AA90-F3E4-F99B-70405568D926}"/>
              </a:ext>
            </a:extLst>
          </p:cNvPr>
          <p:cNvSpPr/>
          <p:nvPr userDrawn="1"/>
        </p:nvSpPr>
        <p:spPr>
          <a:xfrm>
            <a:off x="3267456" y="1731264"/>
            <a:ext cx="45719" cy="42418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40A2B20-AA81-E195-44DD-88AFD6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A432-8FC6-8D7C-921E-33EE1E2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4206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CE1E7F2-6759-D411-CD6A-1F5F12168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DE256-6051-3303-A109-51FB684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8FE9D0F-DB72-2C39-4DD7-9507873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085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055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10691265" cy="424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99C5436F-FFEA-B8CC-8F28-10EB9C361F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D5DBF9F-1177-4B55-FC16-72E0C7F5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1DFFA-BA02-4C3C-012C-CCA6E49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28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A85CEB4F-87D5-5356-A051-D953956D8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9AC429-1A88-C0BC-F40A-16C67834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B45D-59EE-DA16-3DB5-E52533EE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33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3E81A30A-E7CB-B1AE-22F0-B1DCA0C98F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97E4-F9E6-1AEB-7D67-E888DF3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A3FF-1481-4021-20B7-27263269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6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6B786780-0B32-7051-3F54-D0F027C987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FA7094-A05A-D0CD-0335-CE6577E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D8288FC-07DE-2075-0659-D5D0DA4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5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919623"/>
            <a:ext cx="10640005" cy="76154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5384" y="2505075"/>
            <a:ext cx="5282192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내용 개체 틀 9">
            <a:extLst>
              <a:ext uri="{FF2B5EF4-FFF2-40B4-BE49-F238E27FC236}">
                <a16:creationId xmlns:a16="http://schemas.microsoft.com/office/drawing/2014/main" id="{3A3BDAFD-3DE3-2465-E072-F3FC430D04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262CF165-1AD5-F9A9-49F5-F1C526CB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0927724-D5C5-F919-1391-2DE460B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080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6E1C46FB-E5BE-036B-6B4D-FBF12CBD5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6154142-B74E-2E39-9635-919BDBD0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33ADF0A-60E4-DFBA-2573-BEAED65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30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DFD9F97F-D89B-A4D3-49C5-C28E47BD9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E64461-C323-00D5-9D57-2A0BA52E0B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1288473"/>
            <a:ext cx="10903108" cy="458051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696A1D-6AEE-86F8-3E1F-5ED3AB0CA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10912940" cy="506808"/>
          </a:xfrm>
        </p:spPr>
        <p:txBody>
          <a:bodyPr anchor="b"/>
          <a:lstStyle>
            <a:lvl1pPr>
              <a:defRPr sz="2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A932B8E-E1F9-F56C-D424-D0DD8AFA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D5EDDBC-BD15-EDA0-19E3-C1C7F85A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25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7A2D9B18-B788-ADA1-8408-D4ABB0DAA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DDAA933-C539-5834-FA1C-E4CEFC0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2831CDD-DAA7-E185-ED3B-01EFA46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7564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4" name="내용 개체 틀 9">
            <a:extLst>
              <a:ext uri="{FF2B5EF4-FFF2-40B4-BE49-F238E27FC236}">
                <a16:creationId xmlns:a16="http://schemas.microsoft.com/office/drawing/2014/main" id="{812C5E99-AE13-20E2-118B-E36DAAA56A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0494F13-ACEB-30AF-B066-37587FD0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CA8D0F9-F3D8-7FE7-85AB-1DA23DCB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203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8FE5B2F9-7CEB-FE9B-E261-FDF16CB4E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7F15D69-413C-C82E-B876-4E53ACB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B7A67FF-CB28-51D5-7667-2AD8A9E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582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5C9EA5B6-8CB1-CE74-02BD-32903DA4ED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E26FC516-7963-C28F-E3BE-A69D483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4CE56F7-437D-BD91-EFAC-61B57EDF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13383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42430-68F2-2899-E6D1-063123A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EADE9D-F274-63A2-C4CC-CB9FA44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254D799-F997-6E90-3B7B-BCEE570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67F9A-B021-6C5B-8DDD-BA77412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831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SooHan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Yoon</a:t>
            </a:r>
            <a:r>
              <a:rPr lang="en-US"/>
              <a:t>
           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상징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FBA6F-F270-5AF2-B9D4-8997E676E8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721" y="79029"/>
            <a:ext cx="717995" cy="717995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6FF66A4-8FC7-3291-D61D-5EB35E8F6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2/13/2026</a:t>
            </a:fld>
            <a:endParaRPr lang="en-US" b="0" dirty="0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4EF316C-521E-8C35-CAAE-18E36CD1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731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800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2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CB409-83FE-E1A1-A66E-341FFA5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024692"/>
          </a:xfrm>
        </p:spPr>
        <p:txBody>
          <a:bodyPr>
            <a:normAutofit fontScale="90000"/>
          </a:bodyPr>
          <a:lstStyle/>
          <a:p>
            <a:r>
              <a:rPr lang="en-US" altLang="ko-KR" sz="6000" dirty="0"/>
              <a:t>Regular Research Seminar</a:t>
            </a:r>
            <a:br>
              <a:rPr lang="en-US" altLang="ko-KR" sz="6000" dirty="0"/>
            </a:br>
            <a:br>
              <a:rPr lang="en-US" altLang="ko-KR" sz="6000" dirty="0"/>
            </a:br>
            <a:endParaRPr lang="en-US" altLang="ko-KR" sz="6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7268F-36A1-5B2F-628B-80342C3A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38FAB-BBB1-95EF-2074-29F58AC855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5383" y="4632566"/>
            <a:ext cx="6992938" cy="1303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Univers Condensed"/>
              </a:rPr>
              <a:t>Feb 13th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2025298007 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SuHan Yoon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39E1D98-0F60-93D5-7B61-23C73EA32C45}"/>
              </a:ext>
            </a:extLst>
          </p:cNvPr>
          <p:cNvSpPr txBox="1">
            <a:spLocks/>
          </p:cNvSpPr>
          <p:nvPr/>
        </p:nvSpPr>
        <p:spPr>
          <a:xfrm>
            <a:off x="715383" y="1915439"/>
            <a:ext cx="10691265" cy="1024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E2E with Diffusion Model Planning</a:t>
            </a:r>
          </a:p>
        </p:txBody>
      </p:sp>
    </p:spTree>
    <p:extLst>
      <p:ext uri="{BB962C8B-B14F-4D97-AF65-F5344CB8AC3E}">
        <p14:creationId xmlns:p14="http://schemas.microsoft.com/office/powerpoint/2010/main" val="179156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D89B-2F2E-28D3-6222-AC684325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F6A209E-7868-C67B-5D29-52B54A68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3" y="922096"/>
            <a:ext cx="10676797" cy="58979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Univers Condensed"/>
              </a:rPr>
              <a:t>TABLE OF CONTENTS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046A7F5-C94A-0DCF-8A82-76D89461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3" y="1566749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Introduce Diffusion-Planning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Diffusion-Planning’s Problem</a:t>
            </a:r>
          </a:p>
          <a:p>
            <a:pPr marL="342900" indent="-342900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Goal</a:t>
            </a: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Engineering – </a:t>
            </a:r>
            <a:r>
              <a:rPr lang="en-US" altLang="ko-K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E2E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Introduce My Submission using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</a:p>
          <a:p>
            <a:pPr marL="342900" indent="-342900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Comunication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With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Engineering Goal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3915E1-2782-2BEB-2343-ECAF2BD7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69A6E0-60C6-CFE2-DE98-1473B76D0F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96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02477-0963-8F5B-A8A2-3751952E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ADDB338-6C4E-F64F-E650-A61534AF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Diffusion-Planner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8DB972D-C5C9-4CC1-6094-505896DD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41" y="1832003"/>
            <a:ext cx="7080047" cy="424671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Overview</a:t>
            </a:r>
            <a:endParaRPr lang="en-US" altLang="ko-KR" b="1" dirty="0">
              <a:latin typeface="+mj-lt"/>
            </a:endParaRPr>
          </a:p>
          <a:p>
            <a:r>
              <a:rPr lang="en-US" altLang="ko-KR" dirty="0">
                <a:latin typeface="+mj-lt"/>
                <a:ea typeface="+mn-lt"/>
                <a:cs typeface="+mn-lt"/>
              </a:rPr>
              <a:t>Diffusion-Planner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is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a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representative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Transformer-based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diffusion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model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.</a:t>
            </a:r>
            <a:endParaRPr lang="ko-KR" dirty="0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Research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Focus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Focuses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autonomous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Assumes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perception</a:t>
            </a:r>
            <a:r>
              <a:rPr lang="ko-KR" dirty="0">
                <a:latin typeface="+mj-lt"/>
                <a:ea typeface="+mn-lt"/>
                <a:cs typeface="+mn-lt"/>
              </a:rPr>
              <a:t> (</a:t>
            </a:r>
            <a:r>
              <a:rPr lang="ko-KR" dirty="0" err="1">
                <a:latin typeface="+mj-lt"/>
                <a:ea typeface="+mn-lt"/>
                <a:cs typeface="+mn-lt"/>
              </a:rPr>
              <a:t>e.g</a:t>
            </a:r>
            <a:r>
              <a:rPr lang="ko-KR" dirty="0">
                <a:latin typeface="+mj-lt"/>
                <a:ea typeface="+mn-lt"/>
                <a:cs typeface="+mn-lt"/>
              </a:rPr>
              <a:t>., BEV </a:t>
            </a:r>
            <a:r>
              <a:rPr lang="ko-KR" dirty="0" err="1">
                <a:latin typeface="+mj-lt"/>
                <a:ea typeface="+mn-lt"/>
                <a:cs typeface="+mn-lt"/>
              </a:rPr>
              <a:t>representation</a:t>
            </a:r>
            <a:r>
              <a:rPr lang="ko-KR" dirty="0">
                <a:latin typeface="+mj-lt"/>
                <a:ea typeface="+mn-lt"/>
                <a:cs typeface="+mn-lt"/>
              </a:rPr>
              <a:t>) </a:t>
            </a:r>
            <a:r>
              <a:rPr lang="ko-KR" dirty="0" err="1">
                <a:latin typeface="+mj-lt"/>
                <a:ea typeface="+mn-lt"/>
                <a:cs typeface="+mn-lt"/>
              </a:rPr>
              <a:t>is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already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provided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Investigates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generation</a:t>
            </a:r>
            <a:r>
              <a:rPr lang="ko-KR" dirty="0">
                <a:latin typeface="+mj-lt"/>
                <a:ea typeface="+mn-lt"/>
                <a:cs typeface="+mn-lt"/>
              </a:rPr>
              <a:t> and </a:t>
            </a:r>
            <a:r>
              <a:rPr lang="ko-KR" dirty="0" err="1">
                <a:latin typeface="+mj-lt"/>
                <a:ea typeface="+mn-lt"/>
                <a:cs typeface="+mn-lt"/>
              </a:rPr>
              <a:t>decision-making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complex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scenarios</a:t>
            </a:r>
            <a:endParaRPr lang="ko-KR" dirty="0" err="1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Dataset</a:t>
            </a:r>
            <a:r>
              <a:rPr lang="ko-KR" b="1" dirty="0">
                <a:latin typeface="+mj-lt"/>
              </a:rPr>
              <a:t> &amp; </a:t>
            </a:r>
            <a:r>
              <a:rPr lang="ko-KR" b="1" dirty="0" err="1">
                <a:latin typeface="+mj-lt"/>
              </a:rPr>
              <a:t>Evaluation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Environment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Evaluated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nuPlan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dataset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closed-loop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simulation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realistic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evaluation</a:t>
            </a:r>
            <a:endParaRPr lang="ko-KR" dirty="0" err="1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pPr marL="457200" lvl="1" indent="0">
              <a:buNone/>
            </a:pPr>
            <a:endParaRPr lang="en-US" altLang="ko-KR" b="1" dirty="0"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  <a:p>
            <a:pPr marL="342900" indent="-342900"/>
            <a:endParaRPr lang="ko-KR" alt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77F62-6CCB-39E5-F2DD-FF699449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4DCE7-C3F4-E5C8-F598-6D86E30D9A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010E90-8598-6BC3-8846-CF3016D6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4970350"/>
            <a:ext cx="4159827" cy="622954"/>
          </a:xfrm>
          <a:prstGeom prst="rect">
            <a:avLst/>
          </a:prstGeom>
        </p:spPr>
      </p:pic>
      <p:pic>
        <p:nvPicPr>
          <p:cNvPr id="10" name="그림 9" descr="Video 3">
            <a:extLst>
              <a:ext uri="{FF2B5EF4-FFF2-40B4-BE49-F238E27FC236}">
                <a16:creationId xmlns:a16="http://schemas.microsoft.com/office/drawing/2014/main" id="{032091E8-684C-4E59-DA84-889F1845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064" y="205775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90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1EC9-7629-4C6E-9EA9-1D2AE6AB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66C208F-01B6-0083-2D7E-E4CC038C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Why Choose This Code?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F96A41F-C0BF-9B7A-CB29-A2B84A333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41" y="1832003"/>
            <a:ext cx="10647861" cy="424671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</a:rPr>
              <a:t>1. Practical Planning Framework Implementation</a:t>
            </a:r>
          </a:p>
          <a:p>
            <a:r>
              <a:rPr lang="en-US" altLang="ko-KR" b="1" dirty="0">
                <a:latin typeface="+mj-lt"/>
              </a:rPr>
              <a:t>Multi-modal Information Integration</a:t>
            </a:r>
            <a:r>
              <a:rPr lang="en-US" altLang="ko-KR" dirty="0">
                <a:latin typeface="+mj-lt"/>
              </a:rPr>
              <a:t> </a:t>
            </a:r>
          </a:p>
          <a:p>
            <a:pPr lvl="1"/>
            <a:r>
              <a:rPr lang="en-US" altLang="ko-KR" dirty="0">
                <a:latin typeface="+mj-lt"/>
              </a:rPr>
              <a:t>Beyond simple waypoint generation: integrates velocity profiles, acceleration, and surrounding vehicle states</a:t>
            </a:r>
          </a:p>
          <a:p>
            <a:pPr lvl="1"/>
            <a:r>
              <a:rPr lang="en-US" altLang="ko-KR" dirty="0">
                <a:latin typeface="+mj-lt"/>
              </a:rPr>
              <a:t>Generates actionable trajectories directly compatible with LQR controllers</a:t>
            </a:r>
          </a:p>
          <a:p>
            <a:pPr lvl="1"/>
            <a:endParaRPr lang="en-US" altLang="ko-KR" dirty="0">
              <a:latin typeface="+mj-lt"/>
            </a:endParaRPr>
          </a:p>
          <a:p>
            <a:pPr marL="0" indent="0">
              <a:buNone/>
            </a:pPr>
            <a:r>
              <a:rPr lang="en-US" altLang="ko-KR" b="1" dirty="0">
                <a:latin typeface="+mj-lt"/>
              </a:rPr>
              <a:t>2. Closed-Loop Evaluation-based Validation</a:t>
            </a:r>
          </a:p>
          <a:p>
            <a:r>
              <a:rPr lang="en-US" altLang="ko-KR" b="1" dirty="0">
                <a:latin typeface="+mj-lt"/>
              </a:rPr>
              <a:t>Quantitative Assessment of Real-world Applicability</a:t>
            </a:r>
            <a:r>
              <a:rPr lang="en-US" altLang="ko-KR" dirty="0">
                <a:latin typeface="+mj-lt"/>
              </a:rPr>
              <a:t> </a:t>
            </a:r>
          </a:p>
          <a:p>
            <a:pPr lvl="1"/>
            <a:r>
              <a:rPr lang="en-US" altLang="ko-KR" dirty="0">
                <a:latin typeface="+mj-lt"/>
              </a:rPr>
              <a:t>Closed-loop reactive simulation on </a:t>
            </a:r>
            <a:r>
              <a:rPr lang="en-US" altLang="ko-KR" dirty="0" err="1">
                <a:latin typeface="+mj-lt"/>
              </a:rPr>
              <a:t>nuPlan</a:t>
            </a:r>
            <a:r>
              <a:rPr lang="en-US" altLang="ko-KR" dirty="0">
                <a:latin typeface="+mj-lt"/>
              </a:rPr>
              <a:t> benchmark</a:t>
            </a:r>
          </a:p>
          <a:p>
            <a:pPr lvl="1"/>
            <a:r>
              <a:rPr lang="en-US" altLang="ko-KR" dirty="0">
                <a:latin typeface="+mj-lt"/>
              </a:rPr>
              <a:t>Comparative analysis of rule-based refinement dependency (w/ vs. w/o post-processing)</a:t>
            </a:r>
          </a:p>
          <a:p>
            <a:pPr lvl="1"/>
            <a:r>
              <a:rPr lang="en-US" altLang="ko-KR" dirty="0">
                <a:latin typeface="+mj-lt"/>
              </a:rPr>
              <a:t>Real-world drivability validation ensuring practical </a:t>
            </a:r>
            <a:r>
              <a:rPr lang="en-US" altLang="ko-KR" dirty="0" err="1">
                <a:latin typeface="+mj-lt"/>
              </a:rPr>
              <a:t>deployability</a:t>
            </a:r>
            <a:endParaRPr lang="en-US" altLang="ko-KR" dirty="0">
              <a:latin typeface="+mj-lt"/>
            </a:endParaRPr>
          </a:p>
          <a:p>
            <a:pPr marL="0" indent="0">
              <a:buNone/>
            </a:pPr>
            <a:endParaRPr lang="en-US" altLang="ko-KR" dirty="0">
              <a:latin typeface="+mj-lt"/>
            </a:endParaRPr>
          </a:p>
          <a:p>
            <a:pPr marL="0" indent="0">
              <a:buNone/>
            </a:pPr>
            <a:r>
              <a:rPr lang="en-US" altLang="ko-KR" b="1" dirty="0">
                <a:latin typeface="+mj-lt"/>
              </a:rPr>
              <a:t>Research Extensibility (Research Extrinsic Value)</a:t>
            </a:r>
          </a:p>
          <a:p>
            <a:r>
              <a:rPr lang="en-US" altLang="ko-KR" b="1" dirty="0">
                <a:latin typeface="+mj-lt"/>
              </a:rPr>
              <a:t>Methodological Alignment with Generative AI</a:t>
            </a:r>
            <a:r>
              <a:rPr lang="en-US" altLang="ko-KR" dirty="0">
                <a:latin typeface="+mj-lt"/>
              </a:rPr>
              <a:t> </a:t>
            </a:r>
          </a:p>
          <a:p>
            <a:pPr lvl="1"/>
            <a:r>
              <a:rPr lang="en-US" altLang="ko-KR" dirty="0">
                <a:latin typeface="+mj-lt"/>
              </a:rPr>
              <a:t>Shares identical mathematical framework with image generation diffusion models (DALL-E, Stable Diffusion)</a:t>
            </a:r>
          </a:p>
          <a:p>
            <a:pPr lvl="1"/>
            <a:r>
              <a:rPr lang="en-US" altLang="ko-KR" dirty="0">
                <a:latin typeface="+mj-lt"/>
              </a:rPr>
              <a:t>Application of score-based generative modeling principles to motion planning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9CBB4F-E33E-2E9A-88B7-62C4AE54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D7B8E6-D0D9-ECA0-4742-EFD5EB5ABF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747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DF55-ED21-24AD-BA34-E558F302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21FE052-B08C-EA85-961E-7A5F10C8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Research Hypothesis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570426-66F7-CD61-3C2F-376E66AC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2F26B4-AE15-3E8E-DE99-937B57CF3E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B7DCEE8-702B-67DE-9678-2B92EC776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5395365" cy="2079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b="1" dirty="0"/>
              <a:t>Problem Statement</a:t>
            </a:r>
          </a:p>
          <a:p>
            <a:r>
              <a:rPr lang="en-US" altLang="ko-KR" sz="1200" b="1" dirty="0"/>
              <a:t>Diffusion-Planner shows performance degradation in high lateral acceleration scenarios</a:t>
            </a:r>
            <a:endParaRPr lang="en-US" altLang="ko-KR" sz="1200" dirty="0"/>
          </a:p>
          <a:p>
            <a:r>
              <a:rPr lang="en-US" altLang="ko-KR" sz="1200" dirty="0"/>
              <a:t>Current Performance (</a:t>
            </a:r>
            <a:r>
              <a:rPr lang="en-US" altLang="ko-KR" sz="1200" dirty="0" err="1"/>
              <a:t>nuPlan</a:t>
            </a:r>
            <a:r>
              <a:rPr lang="en-US" altLang="ko-KR" sz="1200" dirty="0"/>
              <a:t> benchmark):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C0F220-98E4-168F-C618-DB8AD8977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843392"/>
              </p:ext>
            </p:extLst>
          </p:nvPr>
        </p:nvGraphicFramePr>
        <p:xfrm>
          <a:off x="1009007" y="3032534"/>
          <a:ext cx="4673961" cy="1219200"/>
        </p:xfrm>
        <a:graphic>
          <a:graphicData uri="http://schemas.openxmlformats.org/drawingml/2006/table">
            <a:tbl>
              <a:tblPr/>
              <a:tblGrid>
                <a:gridCol w="1715798">
                  <a:extLst>
                    <a:ext uri="{9D8B030D-6E8A-4147-A177-3AD203B41FA5}">
                      <a16:colId xmlns:a16="http://schemas.microsoft.com/office/drawing/2014/main" val="2354832599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3910694890"/>
                    </a:ext>
                  </a:extLst>
                </a:gridCol>
                <a:gridCol w="1441090">
                  <a:extLst>
                    <a:ext uri="{9D8B030D-6E8A-4147-A177-3AD203B41FA5}">
                      <a16:colId xmlns:a16="http://schemas.microsoft.com/office/drawing/2014/main" val="347819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BenchMark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NR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31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Val14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89.87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82.80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5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Test14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89.19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82.93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16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Test14-hard</a:t>
                      </a:r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75.99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69.22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323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329F56-520D-ED4D-55B0-DE977A77CA4B}"/>
              </a:ext>
            </a:extLst>
          </p:cNvPr>
          <p:cNvSpPr txBox="1"/>
          <p:nvPr/>
        </p:nvSpPr>
        <p:spPr>
          <a:xfrm>
            <a:off x="2315986" y="4428443"/>
            <a:ext cx="2208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Benchmark score of diffusion-planner</a:t>
            </a:r>
          </a:p>
          <a:p>
            <a:r>
              <a:rPr lang="en-US" altLang="ko-KR" sz="1000" dirty="0"/>
              <a:t>*NR : Non-Reactive Obstacle</a:t>
            </a:r>
          </a:p>
          <a:p>
            <a:r>
              <a:rPr lang="en-US" altLang="ko-KR" sz="1000" dirty="0"/>
              <a:t>*R : Reactive Obstacle</a:t>
            </a:r>
            <a:endParaRPr lang="ko-KR" altLang="en-US" sz="1000" dirty="0"/>
          </a:p>
        </p:txBody>
      </p:sp>
      <p:sp>
        <p:nvSpPr>
          <p:cNvPr id="2" name="내용 개체 틀 8">
            <a:extLst>
              <a:ext uri="{FF2B5EF4-FFF2-40B4-BE49-F238E27FC236}">
                <a16:creationId xmlns:a16="http://schemas.microsoft.com/office/drawing/2014/main" id="{E988FFEE-73DD-30CA-B614-993EFE459C50}"/>
              </a:ext>
            </a:extLst>
          </p:cNvPr>
          <p:cNvSpPr txBox="1">
            <a:spLocks/>
          </p:cNvSpPr>
          <p:nvPr/>
        </p:nvSpPr>
        <p:spPr>
          <a:xfrm>
            <a:off x="6096000" y="1714442"/>
            <a:ext cx="5395365" cy="4478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/>
              <a:t>Root Cause Analysis</a:t>
            </a:r>
          </a:p>
          <a:p>
            <a:pPr marL="0" indent="0">
              <a:buNone/>
            </a:pPr>
            <a:r>
              <a:rPr lang="en-US" altLang="ko-KR" sz="1200" b="1" dirty="0"/>
              <a:t>1. Data Imbalance</a:t>
            </a:r>
            <a:endParaRPr lang="en-US" altLang="ko-KR" sz="1200" dirty="0"/>
          </a:p>
          <a:p>
            <a:r>
              <a:rPr lang="en-US" altLang="ko-KR" sz="1200" dirty="0"/>
              <a:t>Dataset predominantly contains straight-driving scenarios</a:t>
            </a:r>
          </a:p>
          <a:p>
            <a:r>
              <a:rPr lang="en-US" altLang="ko-KR" sz="1200" dirty="0"/>
              <a:t>Insufficient examples of high-curvature maneuvers (lane changes, sharp turns)</a:t>
            </a:r>
          </a:p>
          <a:p>
            <a:endParaRPr lang="en-US" altLang="ko-KR" sz="1200" dirty="0"/>
          </a:p>
          <a:p>
            <a:pPr marL="0" indent="0">
              <a:buNone/>
            </a:pPr>
            <a:r>
              <a:rPr lang="en-US" altLang="ko-KR" sz="1200" b="1" dirty="0"/>
              <a:t>2. Inadequate Curvature-Velocity Modeling</a:t>
            </a:r>
            <a:endParaRPr lang="en-US" altLang="ko-KR" sz="1200" dirty="0"/>
          </a:p>
          <a:p>
            <a:r>
              <a:rPr lang="en-US" altLang="ko-KR" sz="1200" dirty="0"/>
              <a:t>Velocity and curvature treated as independent continuous variables</a:t>
            </a:r>
          </a:p>
          <a:p>
            <a:r>
              <a:rPr lang="en-US" altLang="ko-KR" sz="1200" dirty="0"/>
              <a:t>Fails to capture speed-curvature coupling in human driving behavior</a:t>
            </a:r>
          </a:p>
          <a:p>
            <a:pPr marL="0" indent="0">
              <a:buNone/>
            </a:pPr>
            <a:endParaRPr lang="en-US" altLang="ko-KR" sz="1200" b="1" dirty="0"/>
          </a:p>
          <a:p>
            <a:pPr marL="0" indent="0">
              <a:buNone/>
            </a:pPr>
            <a:r>
              <a:rPr lang="en-US" altLang="ko-KR" sz="1200" b="1" dirty="0"/>
              <a:t>3. Training Objective Limitations</a:t>
            </a:r>
          </a:p>
          <a:p>
            <a:r>
              <a:rPr lang="en-US" altLang="ko-KR" sz="1200" dirty="0"/>
              <a:t>Behavior cloning cannot learn recovery from mistakes</a:t>
            </a:r>
          </a:p>
          <a:p>
            <a:r>
              <a:rPr lang="en-US" altLang="ko-KR" sz="1200" dirty="0"/>
              <a:t>No explicit optimization for safety constraints and comfort</a:t>
            </a: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D710830D-5863-9573-9400-0A5DAEAAFC9C}"/>
              </a:ext>
            </a:extLst>
          </p:cNvPr>
          <p:cNvSpPr/>
          <p:nvPr/>
        </p:nvSpPr>
        <p:spPr>
          <a:xfrm>
            <a:off x="823594" y="3837801"/>
            <a:ext cx="5044786" cy="514350"/>
          </a:xfrm>
          <a:prstGeom prst="fram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화살표: 위쪽 11">
            <a:extLst>
              <a:ext uri="{FF2B5EF4-FFF2-40B4-BE49-F238E27FC236}">
                <a16:creationId xmlns:a16="http://schemas.microsoft.com/office/drawing/2014/main" id="{C1CF4230-243F-E86A-80E5-19FABE171501}"/>
              </a:ext>
            </a:extLst>
          </p:cNvPr>
          <p:cNvSpPr/>
          <p:nvPr/>
        </p:nvSpPr>
        <p:spPr>
          <a:xfrm rot="1607199">
            <a:off x="1822889" y="4449735"/>
            <a:ext cx="176645" cy="529936"/>
          </a:xfrm>
          <a:prstGeom prst="up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93638B-ED01-D154-DF5C-68E6F2CD64FA}"/>
              </a:ext>
            </a:extLst>
          </p:cNvPr>
          <p:cNvSpPr txBox="1"/>
          <p:nvPr/>
        </p:nvSpPr>
        <p:spPr>
          <a:xfrm>
            <a:off x="1141461" y="5100008"/>
            <a:ext cx="125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j-lt"/>
              </a:rPr>
              <a:t>Significant drop</a:t>
            </a:r>
            <a:endParaRPr lang="ko-KR" alt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860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6C41-7F5B-AFEC-ACCC-08370EE9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248FE8A-FB00-A583-9C36-CD47EAEB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Solution </a:t>
            </a:r>
            <a:br>
              <a:rPr lang="en-US" altLang="ko-KR" sz="2200" dirty="0"/>
            </a:br>
            <a:r>
              <a:rPr lang="en-US" altLang="ko-KR" sz="2200" b="1" dirty="0"/>
              <a:t>1. Data Reweighting – In Progress</a:t>
            </a:r>
            <a:endParaRPr lang="en-US" altLang="ko-KR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DB446B-5D9E-F89E-A335-7D45FE47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2841D9-612E-B3F9-A4FE-F7A48D8651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46F5CB6-D706-BD68-1B88-0B85E241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Problem:</a:t>
            </a:r>
            <a:r>
              <a:rPr lang="en-US" altLang="ko-KR" sz="1800" dirty="0"/>
              <a:t> </a:t>
            </a:r>
          </a:p>
          <a:p>
            <a:pPr marL="0" indent="0">
              <a:buNone/>
            </a:pPr>
            <a:r>
              <a:rPr lang="en-US" altLang="ko-KR" sz="1800" dirty="0"/>
              <a:t>Dataset imbalance causes poor learning on high-curvature scenarios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b="1" dirty="0"/>
              <a:t>Solution:</a:t>
            </a:r>
            <a:endParaRPr lang="en-US" altLang="ko-KR" sz="1800" dirty="0"/>
          </a:p>
          <a:p>
            <a:r>
              <a:rPr lang="en-US" altLang="ko-KR" sz="1800" dirty="0"/>
              <a:t>Increase sample weights for curve driving and lane changes</a:t>
            </a:r>
          </a:p>
          <a:p>
            <a:r>
              <a:rPr lang="en-US" altLang="ko-KR" sz="1800" dirty="0"/>
              <a:t>Expected: Improved lateral acceleration at high speeds</a:t>
            </a:r>
          </a:p>
          <a:p>
            <a:pPr marL="0" indent="0">
              <a:buNone/>
            </a:pPr>
            <a:br>
              <a:rPr lang="en-US" altLang="ko-KR" sz="1800" dirty="0"/>
            </a:br>
            <a:r>
              <a:rPr lang="en-US" altLang="ko-KR" sz="1800" b="1" dirty="0"/>
              <a:t>Goal:</a:t>
            </a:r>
            <a:r>
              <a:rPr lang="en-US" altLang="ko-KR" sz="1800" dirty="0"/>
              <a:t> Improve test-14 benchmark success rate</a:t>
            </a:r>
          </a:p>
        </p:txBody>
      </p:sp>
    </p:spTree>
    <p:extLst>
      <p:ext uri="{BB962C8B-B14F-4D97-AF65-F5344CB8AC3E}">
        <p14:creationId xmlns:p14="http://schemas.microsoft.com/office/powerpoint/2010/main" val="95961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9CB9-D2B5-9EEE-844A-3B2B47A8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A4506FA-5623-8650-4A85-7C1F44D97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 fontScale="90000"/>
          </a:bodyPr>
          <a:lstStyle/>
          <a:p>
            <a:r>
              <a:rPr lang="en-US" altLang="ko-KR" sz="2400" dirty="0"/>
              <a:t>Solution </a:t>
            </a:r>
            <a:br>
              <a:rPr lang="en-US" altLang="ko-KR" sz="2400" dirty="0"/>
            </a:br>
            <a:r>
              <a:rPr lang="en-US" altLang="ko-KR" sz="2400" b="1" dirty="0"/>
              <a:t>2. Velocity Discretization - In Progress</a:t>
            </a:r>
            <a:endParaRPr lang="en-US" altLang="ko-KR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9EFF99-3A74-C01F-B3C0-79A268B9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0BEC40-1A77-4945-A39B-1F8AC3C2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273F07-24DA-2828-838A-8FEB223815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CF66BF5-1E26-17AE-FDE7-201BB1BC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Problem:</a:t>
            </a:r>
            <a:endParaRPr lang="en-US" altLang="ko-KR" sz="1800" dirty="0"/>
          </a:p>
          <a:p>
            <a:r>
              <a:rPr lang="en-US" altLang="ko-KR" sz="1800" dirty="0"/>
              <a:t>Velocity-curvature variables have wide range; exact values less important than range-based patterns</a:t>
            </a:r>
          </a:p>
          <a:p>
            <a:r>
              <a:rPr lang="en-US" altLang="ko-KR" sz="1800" dirty="0"/>
              <a:t>High-speed needs diverse patterns; low-speed needs precision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b="1" dirty="0"/>
              <a:t>Solution:</a:t>
            </a:r>
            <a:endParaRPr lang="en-US" altLang="ko-KR" sz="1800" dirty="0"/>
          </a:p>
          <a:p>
            <a:r>
              <a:rPr lang="en-US" altLang="ko-KR" sz="1800" dirty="0"/>
              <a:t>Split data into 3 categories: </a:t>
            </a:r>
          </a:p>
          <a:p>
            <a:pPr lvl="1"/>
            <a:r>
              <a:rPr lang="en-US" altLang="ko-KR" dirty="0"/>
              <a:t>Accurate data (low-speed, precise control)</a:t>
            </a:r>
          </a:p>
          <a:p>
            <a:pPr lvl="1"/>
            <a:r>
              <a:rPr lang="en-US" altLang="ko-KR" dirty="0"/>
              <a:t>Accurate + sampling (mid-speed, balanced)</a:t>
            </a:r>
          </a:p>
          <a:p>
            <a:pPr lvl="1"/>
            <a:r>
              <a:rPr lang="en-US" altLang="ko-KR" dirty="0"/>
              <a:t>Sampling (high-speed, diverse patterns)</a:t>
            </a:r>
          </a:p>
          <a:p>
            <a:r>
              <a:rPr lang="en-US" altLang="ko-KR" sz="1800" dirty="0"/>
              <a:t>Apply curvature-velocity coupled discretization</a:t>
            </a:r>
          </a:p>
        </p:txBody>
      </p:sp>
    </p:spTree>
    <p:extLst>
      <p:ext uri="{BB962C8B-B14F-4D97-AF65-F5344CB8AC3E}">
        <p14:creationId xmlns:p14="http://schemas.microsoft.com/office/powerpoint/2010/main" val="245163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E12B-B597-70A4-B9F2-35B71CE2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E9876D7E-F1F4-5BDD-0341-71078106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 fontScale="90000"/>
          </a:bodyPr>
          <a:lstStyle/>
          <a:p>
            <a:r>
              <a:rPr lang="en-US" altLang="ko-KR" sz="2200" dirty="0"/>
              <a:t>Solution </a:t>
            </a:r>
            <a:br>
              <a:rPr lang="en-US" altLang="ko-KR" sz="2200" dirty="0"/>
            </a:br>
            <a:r>
              <a:rPr lang="en-US" altLang="ko-KR" sz="2400" b="1" dirty="0"/>
              <a:t>3. GRPO Fine-tuning</a:t>
            </a:r>
            <a:endParaRPr lang="en-US" altLang="ko-KR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83293B-01E1-01FB-FD4C-8C27936B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B6FFFB-76D9-34EB-536D-3DED352EDD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81ADE91-35D8-B76C-3F0D-0C8ED2E48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Solution:</a:t>
            </a:r>
            <a:endParaRPr lang="en-US" altLang="ko-KR" sz="1800" dirty="0"/>
          </a:p>
          <a:p>
            <a:r>
              <a:rPr lang="en-US" altLang="ko-KR" sz="1800" dirty="0"/>
              <a:t>Apply RL-based fine-tuning method developed by DeepSeek</a:t>
            </a:r>
          </a:p>
          <a:p>
            <a:r>
              <a:rPr lang="en-US" altLang="ko-KR" sz="1800" dirty="0"/>
              <a:t>Stage-wise learning: </a:t>
            </a:r>
          </a:p>
          <a:p>
            <a:pPr lvl="1"/>
            <a:r>
              <a:rPr lang="en-US" altLang="ko-KR" dirty="0"/>
              <a:t>Path following</a:t>
            </a:r>
          </a:p>
          <a:p>
            <a:pPr lvl="1"/>
            <a:r>
              <a:rPr lang="en-US" altLang="ko-KR" dirty="0"/>
              <a:t>Speed control</a:t>
            </a:r>
          </a:p>
          <a:p>
            <a:pPr lvl="1"/>
            <a:r>
              <a:rPr lang="en-US" altLang="ko-KR" dirty="0"/>
              <a:t>Safety enhancement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1800" b="1" dirty="0"/>
              <a:t>Goal:</a:t>
            </a:r>
            <a:r>
              <a:rPr lang="en-US" altLang="ko-KR" sz="1800" dirty="0"/>
              <a:t> </a:t>
            </a:r>
          </a:p>
          <a:p>
            <a:pPr marL="0" indent="0">
              <a:buNone/>
            </a:pPr>
            <a:r>
              <a:rPr lang="en-US" altLang="ko-KR" sz="1800" dirty="0"/>
              <a:t>Improve test-14 benchmark success rate</a:t>
            </a:r>
          </a:p>
        </p:txBody>
      </p:sp>
    </p:spTree>
    <p:extLst>
      <p:ext uri="{BB962C8B-B14F-4D97-AF65-F5344CB8AC3E}">
        <p14:creationId xmlns:p14="http://schemas.microsoft.com/office/powerpoint/2010/main" val="110091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5A7E-6C98-DCC0-6560-95DDFF1A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11BBC61-E4CA-0342-9246-231472E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 fontScale="90000"/>
          </a:bodyPr>
          <a:lstStyle/>
          <a:p>
            <a:r>
              <a:rPr lang="en-US" altLang="ko-KR" sz="2200" dirty="0"/>
              <a:t>Solution </a:t>
            </a:r>
            <a:br>
              <a:rPr lang="en-US" altLang="ko-KR" sz="2200" dirty="0"/>
            </a:br>
            <a:r>
              <a:rPr lang="en-US" altLang="ko-KR" sz="2400" b="1" dirty="0"/>
              <a:t>4. Curvature-Velocity Coupling Enhancement</a:t>
            </a:r>
            <a:endParaRPr lang="en-US" altLang="ko-KR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A8796-B502-71BD-2AA2-E86AF53C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21A27F-3886-CAFA-AD7E-CFE94EBC3F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6182283-D3AA-A85C-8EB2-4BF022C1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Problem: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Model fails to properly adjust speed in high-curvature sections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Solution:</a:t>
            </a:r>
            <a:endParaRPr lang="en-US" altLang="ko-KR" dirty="0"/>
          </a:p>
          <a:p>
            <a:r>
              <a:rPr lang="en-US" altLang="ko-KR" dirty="0"/>
              <a:t>Explicitly model curvature-velocity joint distribution in diffusion conditions</a:t>
            </a:r>
          </a:p>
          <a:p>
            <a:r>
              <a:rPr lang="en-US" altLang="ko-KR" dirty="0"/>
              <a:t>Learn automatic deceleration behavior at high curvature</a:t>
            </a:r>
          </a:p>
        </p:txBody>
      </p:sp>
    </p:spTree>
    <p:extLst>
      <p:ext uri="{BB962C8B-B14F-4D97-AF65-F5344CB8AC3E}">
        <p14:creationId xmlns:p14="http://schemas.microsoft.com/office/powerpoint/2010/main" val="4076657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ADEF-E306-5F3D-0308-E92E04C2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2E14670-CAA8-21EE-266F-57FCEAFF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Final Goal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E8E3E4-3711-A6D4-056A-EE43CF85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77BF01-C878-7D09-45DB-B47830A118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Experiment – Diffusion Planning</a:t>
            </a:r>
            <a:endParaRPr lang="ko-KR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0D1E31F-C570-7F84-8D44-1878A3918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5"/>
            <a:ext cx="10691265" cy="400652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b="1" dirty="0"/>
              <a:t>1. Model Output Enhancement </a:t>
            </a:r>
          </a:p>
          <a:p>
            <a:r>
              <a:rPr lang="en-US" altLang="ko-KR" dirty="0"/>
              <a:t>Current: Position-heading trajectory (x, y, θ) </a:t>
            </a:r>
          </a:p>
          <a:p>
            <a:r>
              <a:rPr lang="en-US" altLang="ko-KR" dirty="0"/>
              <a:t>Proposed: Velocity-integrated trajectory (x, y, θ, v) </a:t>
            </a:r>
          </a:p>
          <a:p>
            <a:pPr marL="0" indent="0">
              <a:buNone/>
            </a:pPr>
            <a:r>
              <a:rPr lang="en-US" altLang="ko-KR" dirty="0"/>
              <a:t>        → Enable explicit speed control along planned path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2. Target Performance </a:t>
            </a:r>
          </a:p>
          <a:p>
            <a:r>
              <a:rPr lang="en-US" altLang="ko-KR" dirty="0"/>
              <a:t>Benchmark: </a:t>
            </a:r>
            <a:r>
              <a:rPr lang="en-US" altLang="ko-KR" dirty="0" err="1"/>
              <a:t>nuPlan</a:t>
            </a:r>
            <a:r>
              <a:rPr lang="en-US" altLang="ko-KR" dirty="0"/>
              <a:t> Test14-hard (Reactive mode) </a:t>
            </a:r>
          </a:p>
          <a:p>
            <a:r>
              <a:rPr lang="en-US" altLang="ko-KR" dirty="0"/>
              <a:t>Baseline: 69.22 </a:t>
            </a:r>
          </a:p>
          <a:p>
            <a:r>
              <a:rPr lang="en-US" altLang="ko-KR" dirty="0"/>
              <a:t>Target: ≥71.22 (+2.0 points improvement)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3. Focus Area </a:t>
            </a:r>
          </a:p>
          <a:p>
            <a:r>
              <a:rPr lang="en-US" altLang="ko-KR" dirty="0"/>
              <a:t>Reactive obstacle avoidance scenarios </a:t>
            </a:r>
          </a:p>
          <a:p>
            <a:r>
              <a:rPr lang="en-US" altLang="ko-KR" dirty="0"/>
              <a:t>High lateral acceleration maneuvers </a:t>
            </a:r>
          </a:p>
          <a:p>
            <a:pPr marL="0" indent="0">
              <a:buNone/>
            </a:pPr>
            <a:r>
              <a:rPr lang="en-US" altLang="ko-KR" dirty="0"/>
              <a:t>        → Validate curvature-velocity coupling effectiveness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6EC85E2-DF89-E823-DE49-FFA822AB5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32575"/>
              </p:ext>
            </p:extLst>
          </p:nvPr>
        </p:nvGraphicFramePr>
        <p:xfrm>
          <a:off x="6298284" y="2320674"/>
          <a:ext cx="4673961" cy="1219200"/>
        </p:xfrm>
        <a:graphic>
          <a:graphicData uri="http://schemas.openxmlformats.org/drawingml/2006/table">
            <a:tbl>
              <a:tblPr/>
              <a:tblGrid>
                <a:gridCol w="1715798">
                  <a:extLst>
                    <a:ext uri="{9D8B030D-6E8A-4147-A177-3AD203B41FA5}">
                      <a16:colId xmlns:a16="http://schemas.microsoft.com/office/drawing/2014/main" val="2354832599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3910694890"/>
                    </a:ext>
                  </a:extLst>
                </a:gridCol>
                <a:gridCol w="1441090">
                  <a:extLst>
                    <a:ext uri="{9D8B030D-6E8A-4147-A177-3AD203B41FA5}">
                      <a16:colId xmlns:a16="http://schemas.microsoft.com/office/drawing/2014/main" val="347819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BenchMark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NR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31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Val14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89.87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82.80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5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j-lt"/>
                        </a:rPr>
                        <a:t>Test14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89.19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lt"/>
                        </a:rPr>
                        <a:t>82.93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16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Test14-hard</a:t>
                      </a:r>
                      <a:endParaRPr 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75.99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69.22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3233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ED0030A-9C12-442C-6DA0-AD7550563076}"/>
              </a:ext>
            </a:extLst>
          </p:cNvPr>
          <p:cNvSpPr txBox="1"/>
          <p:nvPr/>
        </p:nvSpPr>
        <p:spPr>
          <a:xfrm>
            <a:off x="7677696" y="3596539"/>
            <a:ext cx="2208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Benchmark score of diffusion-planner</a:t>
            </a:r>
          </a:p>
          <a:p>
            <a:r>
              <a:rPr lang="en-US" altLang="ko-KR" sz="1000" dirty="0"/>
              <a:t>*NR : Non-Reactive Obstacle</a:t>
            </a:r>
          </a:p>
          <a:p>
            <a:r>
              <a:rPr lang="en-US" altLang="ko-KR" sz="1000" dirty="0"/>
              <a:t>*R : Reactive Obstacle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67778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6106-11D5-91BB-AD5F-5E97B831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8838EA9-3812-9669-C1AA-1B9A2C87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1132770" cy="792346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Comunication</a:t>
            </a:r>
            <a:r>
              <a:rPr lang="en-US" altLang="ko-KR" sz="2200" dirty="0"/>
              <a:t> with </a:t>
            </a:r>
            <a:r>
              <a:rPr lang="en-US" altLang="ko-KR" sz="2200" dirty="0" err="1"/>
              <a:t>Autoware</a:t>
            </a:r>
            <a:r>
              <a:rPr lang="en-US" altLang="ko-KR" sz="2200" dirty="0"/>
              <a:t> developer</a:t>
            </a:r>
            <a:endParaRPr lang="ko-KR" altLang="en-US" sz="22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2429775-096F-E21E-2B20-B2590F53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83" y="1795212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1600" b="1" dirty="0"/>
              <a:t>Development Progress &amp; Issues Report to </a:t>
            </a:r>
            <a:r>
              <a:rPr lang="en-US" altLang="ko-KR" sz="1600" b="1" dirty="0" err="1"/>
              <a:t>Autoware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Comunication</a:t>
            </a:r>
            <a:r>
              <a:rPr lang="en-US" altLang="ko-KR" sz="1600" b="1" dirty="0"/>
              <a:t> 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b="1" dirty="0"/>
              <a:t>Objective:</a:t>
            </a:r>
          </a:p>
          <a:p>
            <a:pPr lvl="1"/>
            <a:r>
              <a:rPr lang="en-US" altLang="ko-KR" sz="1600" dirty="0"/>
              <a:t>Development of an </a:t>
            </a:r>
            <a:r>
              <a:rPr lang="en-US" altLang="ko-KR" sz="1600" dirty="0" err="1"/>
              <a:t>Autoware</a:t>
            </a:r>
            <a:r>
              <a:rPr lang="en-US" altLang="ko-KR" sz="1600" dirty="0"/>
              <a:t>-based package generating High-Level Commands (HLC).</a:t>
            </a:r>
          </a:p>
          <a:p>
            <a:pPr lvl="1"/>
            <a:r>
              <a:rPr lang="en-US" altLang="ko-KR" sz="1600" dirty="0"/>
              <a:t>Implementation of a hybrid methodology fusing Rule-Based algorithms and End-to-End (E2E) learning.</a:t>
            </a:r>
          </a:p>
          <a:p>
            <a:pPr lvl="1"/>
            <a:endParaRPr lang="en-US" altLang="ko-KR" sz="1600" dirty="0"/>
          </a:p>
          <a:p>
            <a:pPr marL="0" indent="0">
              <a:buNone/>
            </a:pPr>
            <a:r>
              <a:rPr lang="en-US" altLang="ko-KR" sz="1600" b="1" dirty="0"/>
              <a:t>Current Technical Challenges: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Hardware &amp; Performance Limitations:</a:t>
            </a:r>
            <a:endParaRPr lang="en-US" altLang="ko-KR" sz="1600" dirty="0"/>
          </a:p>
          <a:p>
            <a:pPr lvl="2"/>
            <a:r>
              <a:rPr lang="en-US" altLang="ko-KR" dirty="0"/>
              <a:t>Experienced computational resource insufficiency leading to critical </a:t>
            </a:r>
            <a:r>
              <a:rPr lang="en-US" altLang="ko-KR" b="1" dirty="0"/>
              <a:t>data bottlenecks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sz="1600" b="1" dirty="0"/>
              <a:t>Algorithmic Constraints:</a:t>
            </a:r>
            <a:endParaRPr lang="en-US" altLang="ko-KR" sz="1600" dirty="0"/>
          </a:p>
          <a:p>
            <a:pPr lvl="2"/>
            <a:r>
              <a:rPr lang="en-US" altLang="ko-KR" dirty="0"/>
              <a:t>Addressed </a:t>
            </a:r>
            <a:r>
              <a:rPr lang="en-US" altLang="ko-KR" b="1" dirty="0"/>
              <a:t>fundamental architectural issues</a:t>
            </a:r>
            <a:r>
              <a:rPr lang="en-US" altLang="ko-KR" dirty="0"/>
              <a:t> inherent to the VAD (Vectorized Autonomous Driving) model.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BBB013-84E7-3D6C-CB0C-3A453311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C01D9-847D-CFEA-96E8-B8BB32DA7A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Engineering –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E2E</a:t>
            </a:r>
          </a:p>
        </p:txBody>
      </p:sp>
    </p:spTree>
    <p:extLst>
      <p:ext uri="{BB962C8B-B14F-4D97-AF65-F5344CB8AC3E}">
        <p14:creationId xmlns:p14="http://schemas.microsoft.com/office/powerpoint/2010/main" val="349063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A038-0511-6F0E-4408-F584D798A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062E069-7DA1-883E-94AE-E3A72A79D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1132770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WHY THE DELAY IN REPORTING?</a:t>
            </a:r>
            <a:endParaRPr lang="ko-KR" altLang="en-US" sz="22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1C7AB07-3CBE-5C53-9436-C7AF9BE1C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83" y="1795212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Delayed Response Due To: </a:t>
            </a:r>
          </a:p>
          <a:p>
            <a:r>
              <a:rPr lang="en-US" altLang="ko-KR" sz="1800" dirty="0"/>
              <a:t>CES: Limited resources for immediate feedback </a:t>
            </a:r>
          </a:p>
          <a:p>
            <a:r>
              <a:rPr lang="en-US" altLang="ko-KR" sz="1800" dirty="0"/>
              <a:t>E2E: Focused on </a:t>
            </a:r>
            <a:r>
              <a:rPr lang="en-US" altLang="ko-KR" sz="1800" dirty="0" err="1"/>
              <a:t>Autoware</a:t>
            </a:r>
            <a:r>
              <a:rPr lang="en-US" altLang="ko-KR" sz="1800" dirty="0"/>
              <a:t> platform integration </a:t>
            </a:r>
          </a:p>
          <a:p>
            <a:pPr marL="0" indent="0">
              <a:buNone/>
            </a:pPr>
            <a:r>
              <a:rPr lang="en-US" altLang="ko-KR" sz="1800" dirty="0"/>
              <a:t>    with </a:t>
            </a:r>
            <a:r>
              <a:rPr lang="en-US" altLang="ko-KR" sz="1800" dirty="0" err="1"/>
              <a:t>alpamayo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</a:t>
            </a:r>
            <a:endParaRPr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9E4413-9973-DF30-6E4D-E9070C73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F8C359-4F6D-43EB-FBCF-0ED965CB2B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Engineering –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E2E</a:t>
            </a:r>
          </a:p>
        </p:txBody>
      </p:sp>
      <p:pic>
        <p:nvPicPr>
          <p:cNvPr id="1030" name="Picture 6" descr="Alpamayo">
            <a:extLst>
              <a:ext uri="{FF2B5EF4-FFF2-40B4-BE49-F238E27FC236}">
                <a16:creationId xmlns:a16="http://schemas.microsoft.com/office/drawing/2014/main" id="{7838C597-A48B-2744-D348-56C39F58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510" y="2216051"/>
            <a:ext cx="4399138" cy="27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64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AAE3-0BBD-871D-6D70-E7CE2E46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D2E0A36-9682-AE26-FED7-958E6570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625" y="896118"/>
            <a:ext cx="11132770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To DO</a:t>
            </a:r>
            <a:endParaRPr lang="ko-KR" altLang="en-US" sz="22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D9F9D4F-30F8-F62A-018D-AA2A2CA47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83" y="1795212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Retrain based on GenAD (6 days remaining)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Quantify DL4AGX improvements for justification </a:t>
            </a:r>
          </a:p>
          <a:p>
            <a:pPr marL="457200" lvl="1" indent="0">
              <a:buNone/>
            </a:pPr>
            <a:r>
              <a:rPr lang="en-US" altLang="ko-KR" b="1" dirty="0"/>
              <a:t>Key considerations: </a:t>
            </a:r>
          </a:p>
          <a:p>
            <a:pPr lvl="2"/>
            <a:r>
              <a:rPr lang="en-US" altLang="ko-KR" dirty="0"/>
              <a:t>Quantify deployment constraints with </a:t>
            </a:r>
            <a:r>
              <a:rPr lang="en-US" altLang="ko-KR" dirty="0" err="1"/>
              <a:t>TensorRT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GenAD requires VAD foundation (</a:t>
            </a:r>
            <a:r>
              <a:rPr lang="en-US" altLang="ko-KR" dirty="0" err="1"/>
              <a:t>Uniad</a:t>
            </a:r>
            <a:r>
              <a:rPr lang="en-US" altLang="ko-KR" dirty="0"/>
              <a:t> not supported) </a:t>
            </a:r>
          </a:p>
          <a:p>
            <a:pPr lvl="2"/>
            <a:r>
              <a:rPr lang="en-US" altLang="ko-KR" dirty="0"/>
              <a:t>If </a:t>
            </a:r>
            <a:r>
              <a:rPr lang="en-US" altLang="ko-KR" dirty="0" err="1"/>
              <a:t>Autoware</a:t>
            </a:r>
            <a:r>
              <a:rPr lang="en-US" altLang="ko-KR" dirty="0"/>
              <a:t> integration succeeds: research FPS optimization (&gt;10) and data collection methods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B24F87-987B-D85E-9A3C-D6EA13DF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FAFD8B-C6D1-A16D-ECAC-1895DABA30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Engineering –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E2E</a:t>
            </a:r>
          </a:p>
        </p:txBody>
      </p:sp>
    </p:spTree>
    <p:extLst>
      <p:ext uri="{BB962C8B-B14F-4D97-AF65-F5344CB8AC3E}">
        <p14:creationId xmlns:p14="http://schemas.microsoft.com/office/powerpoint/2010/main" val="33023021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2A53F8-B9CB-48BC-AEF9-102E7F51EE87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839</Words>
  <Application>Microsoft Office PowerPoint</Application>
  <PresentationFormat>와이드스크린</PresentationFormat>
  <Paragraphs>194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Calisto MT</vt:lpstr>
      <vt:lpstr>Courier New</vt:lpstr>
      <vt:lpstr>Univers Condensed</vt:lpstr>
      <vt:lpstr>ChronicleVTI</vt:lpstr>
      <vt:lpstr>Regular Research Seminar  </vt:lpstr>
      <vt:lpstr>TABLE OF CONTENTS</vt:lpstr>
      <vt:lpstr>Diffusion-Planner</vt:lpstr>
      <vt:lpstr>Why Choose This Code?</vt:lpstr>
      <vt:lpstr>Research Hypothesis</vt:lpstr>
      <vt:lpstr>Solution  1. Data Reweighting – In Progress</vt:lpstr>
      <vt:lpstr>Solution  2. Velocity Discretization - In Progress</vt:lpstr>
      <vt:lpstr>Solution  3. GRPO Fine-tuning</vt:lpstr>
      <vt:lpstr>Solution  4. Curvature-Velocity Coupling Enhancement</vt:lpstr>
      <vt:lpstr>Final Goal</vt:lpstr>
      <vt:lpstr>Comunication with Autoware developer</vt:lpstr>
      <vt:lpstr>WHY THE DELAY IN REPORTING?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SuHan Yoon</cp:lastModifiedBy>
  <cp:revision>750</cp:revision>
  <dcterms:created xsi:type="dcterms:W3CDTF">2025-07-17T09:28:14Z</dcterms:created>
  <dcterms:modified xsi:type="dcterms:W3CDTF">2026-02-12T16:44:30Z</dcterms:modified>
</cp:coreProperties>
</file>